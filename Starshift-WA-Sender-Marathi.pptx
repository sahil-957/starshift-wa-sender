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One line: a WhatsApp bulk sender that runs inside the seller's own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before the product. Every seller has felt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it uses the customer's own WhatsApp number - no per-message API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Installation is a one-time job you do for the customer at handover.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 slide - the rest of the deck follows these six tabs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 columns: Sr No, Name, Mobile Number, Country Code, Group Name plus any custom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placeholder feature is the strongest selling point - show the preview updating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Scheduling needs the PC awake with Chrome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no tool can guarantee WhatsApp never bans a number. Pacing greatly lowers the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are what separate this from free scripts - the customer can prove the campaign 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Chatbot needs a WhatsApp Web tab open; it pauses while a campaign runs and ignores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replies are manual; the chatbot is automatic. Customers mix them up - make the difference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trust feature - it keeps the customer's number clean and their audience willing.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File: whatsapp_chat_messages.xlsx - sr_no, chat, sent_on, date, time, direction, sender, message, image_file.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File: whatsapp_numbers.xlsx - sr_no, name, mobile_number,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these quickly - they answer 'does it also do X?'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value case before the price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 1,999 one-time (licence + install + training), then Rs 99 per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while taking questions. The number is the support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5E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554480"/>
            <a:ext cx="5669280" cy="5669280"/>
          </a:xfrm>
          <a:prstGeom prst="ellipse">
            <a:avLst/>
          </a:prstGeom>
          <a:solidFill>
            <a:srgbClr val="128C7E">
              <a:alpha val="5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25D366">
              <a:alpha val="36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863840" y="4937760"/>
            <a:ext cx="2377440" cy="2377440"/>
          </a:xfrm>
          <a:prstGeom prst="ellipse">
            <a:avLst/>
          </a:prstGeom>
          <a:solidFill>
            <a:srgbClr val="0FB5AE">
              <a:alpha val="24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31520" y="1325880"/>
            <a:ext cx="141732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</p:spPr>
      </p:sp>
      <p:sp>
        <p:nvSpPr>
          <p:cNvPr id="6" name="Text 4"/>
          <p:cNvSpPr txBox="1"/>
          <p:nvPr/>
        </p:nvSpPr>
        <p:spPr>
          <a:xfrm>
            <a:off x="731520" y="1325880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SWAS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Starshift WA Sender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8595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B8E6DC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WhatsApp वरून एकाच वेळी शेकडो कस्टमरना मेसेज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25D366"/>
          </a:solidFill>
        </p:spPr>
      </p:sp>
      <p:sp>
        <p:nvSpPr>
          <p:cNvPr id="10" name="Text 8"/>
          <p:cNvSpPr txBox="1"/>
          <p:nvPr/>
        </p:nvSpPr>
        <p:spPr>
          <a:xfrm>
            <a:off x="731520" y="393192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3B3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Chrome Extension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393192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0FB5AE"/>
          </a:solidFill>
        </p:spPr>
      </p:sp>
      <p:sp>
        <p:nvSpPr>
          <p:cNvPr id="12" name="Text 10"/>
          <p:cNvSpPr txBox="1"/>
          <p:nvPr/>
        </p:nvSpPr>
        <p:spPr>
          <a:xfrm>
            <a:off x="3246120" y="393192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3B3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वापरायला सोपं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0" y="393192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</p:sp>
      <p:sp>
        <p:nvSpPr>
          <p:cNvPr id="14" name="Text 12"/>
          <p:cNvSpPr txBox="1"/>
          <p:nvPr/>
        </p:nvSpPr>
        <p:spPr>
          <a:xfrm>
            <a:off x="5760720" y="393192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A3A00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वेगळा नंबर नको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FD4C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मराठीत संपूर्ण माहिती आणि डेमो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8C7E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अडचण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हाताने मेसेज पाठवताना काय होतं?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36776"/>
            <a:ext cx="402336" cy="402336"/>
          </a:xfrm>
          <a:prstGeom prst="ellipse">
            <a:avLst/>
          </a:prstGeom>
          <a:solidFill>
            <a:srgbClr val="F5399B"/>
          </a:solidFill>
        </p:spPr>
      </p:sp>
      <p:sp>
        <p:nvSpPr>
          <p:cNvPr id="5" name="Text 3"/>
          <p:cNvSpPr txBox="1"/>
          <p:nvPr/>
        </p:nvSpPr>
        <p:spPr>
          <a:xfrm>
            <a:off x="685800" y="16367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9304" y="1600200"/>
            <a:ext cx="579729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एक एक चॅट उघडत बसावं लागतं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9304" y="1911096"/>
            <a:ext cx="579729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200 लोकांना पाठवायचं म्हणजे 200 वेळा कॉपी-पेस्ट. अर्धा दिवस त्यातच जातो.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752344"/>
            <a:ext cx="402336" cy="402336"/>
          </a:xfrm>
          <a:prstGeom prst="ellipse">
            <a:avLst/>
          </a:prstGeom>
          <a:solidFill>
            <a:srgbClr val="F5A524"/>
          </a:solidFill>
        </p:spPr>
      </p:sp>
      <p:sp>
        <p:nvSpPr>
          <p:cNvPr id="9" name="Text 7"/>
          <p:cNvSpPr txBox="1"/>
          <p:nvPr/>
        </p:nvSpPr>
        <p:spPr>
          <a:xfrm>
            <a:off x="685800" y="27523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2715768"/>
            <a:ext cx="579729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कस्टमरचं नाव टाकता येत नाही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26664"/>
            <a:ext cx="579729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सगळ्यांना एकसारखाच मेसेज. नाव नसेल तर कोणी वाचतही नाही.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67912"/>
            <a:ext cx="402336" cy="402336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3" name="Text 11"/>
          <p:cNvSpPr txBox="1"/>
          <p:nvPr/>
        </p:nvSpPr>
        <p:spPr>
          <a:xfrm>
            <a:off x="685800" y="38679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831336"/>
            <a:ext cx="579729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किती जणांना पोहोचलं ते कळत नाही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4142232"/>
            <a:ext cx="579729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कोणाला गेलं, कोणाला नाही, कुठे फेल झालं - काहीच नोंद नसते.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402336" cy="402336"/>
          </a:xfrm>
          <a:prstGeom prst="ellipse">
            <a:avLst/>
          </a:prstGeom>
          <a:solidFill>
            <a:srgbClr val="7C5CE0"/>
          </a:solidFill>
        </p:spPr>
      </p:sp>
      <p:sp>
        <p:nvSpPr>
          <p:cNvPr id="17" name="Text 15"/>
          <p:cNvSpPr txBox="1"/>
          <p:nvPr/>
        </p:nvSpPr>
        <p:spPr>
          <a:xfrm>
            <a:off x="685800" y="49834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9304" y="4946904"/>
            <a:ext cx="579729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नंबर ब्लॉक होईल अशी भीती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9304" y="5257800"/>
            <a:ext cx="579729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एकदम भराभर मेसेज गेले की WhatsApp नंबर बंद करतं.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35240" y="1600200"/>
            <a:ext cx="3931920" cy="4251960"/>
          </a:xfrm>
          <a:prstGeom prst="roundRect">
            <a:avLst>
              <a:gd name="adj" fmla="val 4186"/>
            </a:avLst>
          </a:prstGeom>
          <a:solidFill>
            <a:srgbClr val="075E54"/>
          </a:solidFill>
        </p:spPr>
      </p:sp>
      <p:sp>
        <p:nvSpPr>
          <p:cNvPr id="21" name="Text 19"/>
          <p:cNvSpPr txBox="1"/>
          <p:nvPr/>
        </p:nvSpPr>
        <p:spPr>
          <a:xfrm>
            <a:off x="7909560" y="2103120"/>
            <a:ext cx="33832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हे सगळं</a:t>
            </a:r>
            <a:endParaRPr lang="en-US" sz="2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एकाच स्क्रीनवर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89720" y="3383280"/>
            <a:ext cx="822960" cy="822960"/>
          </a:xfrm>
          <a:prstGeom prst="ellipse">
            <a:avLst/>
          </a:prstGeom>
          <a:solidFill>
            <a:srgbClr val="25D366"/>
          </a:solidFill>
        </p:spPr>
      </p:sp>
      <p:sp>
        <p:nvSpPr>
          <p:cNvPr id="23" name="Text 21"/>
          <p:cNvSpPr txBox="1"/>
          <p:nvPr/>
        </p:nvSpPr>
        <p:spPr>
          <a:xfrm>
            <a:off x="9189720" y="33832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✓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443484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FD4C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Starshift WA Sender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FD4C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हे सगळं आपोआप करतं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8C7E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ओळख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हे आहे तरी काय?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82496"/>
            <a:ext cx="402336" cy="402336"/>
          </a:xfrm>
          <a:prstGeom prst="ellipse">
            <a:avLst/>
          </a:prstGeom>
          <a:solidFill>
            <a:srgbClr val="128C7E"/>
          </a:solidFill>
        </p:spPr>
      </p:sp>
      <p:sp>
        <p:nvSpPr>
          <p:cNvPr id="5" name="Text 3"/>
          <p:cNvSpPr txBox="1"/>
          <p:nvPr/>
        </p:nvSpPr>
        <p:spPr>
          <a:xfrm>
            <a:off x="685800" y="168249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9304" y="1645920"/>
            <a:ext cx="51572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Chrome चं extension आहे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9304" y="1956816"/>
            <a:ext cx="51572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तुमच्याच कॉम्प्युटरवरच्या WhatsApp मधून मेसेज जातात.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761488"/>
            <a:ext cx="402336" cy="402336"/>
          </a:xfrm>
          <a:prstGeom prst="ellipse">
            <a:avLst/>
          </a:prstGeom>
          <a:solidFill>
            <a:srgbClr val="25D366"/>
          </a:solidFill>
        </p:spPr>
      </p:sp>
      <p:sp>
        <p:nvSpPr>
          <p:cNvPr id="9" name="Text 7"/>
          <p:cNvSpPr txBox="1"/>
          <p:nvPr/>
        </p:nvSpPr>
        <p:spPr>
          <a:xfrm>
            <a:off x="685800" y="2761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2724912"/>
            <a:ext cx="51572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वेगळा नंबर लागत नाही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35808"/>
            <a:ext cx="51572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तुमचाच WhatsApp नंबर. API चा वेगळा खर्च नाही.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402336" cy="402336"/>
          </a:xfrm>
          <a:prstGeom prst="ellipse">
            <a:avLst/>
          </a:prstGeom>
          <a:solidFill>
            <a:srgbClr val="0FB5AE"/>
          </a:solidFill>
        </p:spPr>
      </p:sp>
      <p:sp>
        <p:nvSpPr>
          <p:cNvPr id="13" name="Text 11"/>
          <p:cNvSpPr txBox="1"/>
          <p:nvPr/>
        </p:nvSpPr>
        <p:spPr>
          <a:xfrm>
            <a:off x="685800" y="38404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803904"/>
            <a:ext cx="51572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Excel ची लिस्ट थेट चालते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4114800"/>
            <a:ext cx="51572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नाव-नंबर असलेली Excel किंवा Google Sheet जशीच्या तशी घेते.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919472"/>
            <a:ext cx="402336" cy="402336"/>
          </a:xfrm>
          <a:prstGeom prst="ellipse">
            <a:avLst/>
          </a:prstGeom>
          <a:solidFill>
            <a:srgbClr val="F5A524"/>
          </a:solidFill>
        </p:spPr>
      </p:sp>
      <p:sp>
        <p:nvSpPr>
          <p:cNvPr id="17" name="Text 15"/>
          <p:cNvSpPr txBox="1"/>
          <p:nvPr/>
        </p:nvSpPr>
        <p:spPr>
          <a:xfrm>
            <a:off x="685800" y="49194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9304" y="4882896"/>
            <a:ext cx="51572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कोणत्याही भाषेत मेसेज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9304" y="5193792"/>
            <a:ext cx="51572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मराठी, हिंदी, इंग्रजी - भाषांतराचं बटणही आहे.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96328" y="1435608"/>
            <a:ext cx="4352544" cy="4535424"/>
          </a:xfrm>
          <a:prstGeom prst="roundRect">
            <a:avLst>
              <a:gd name="adj" fmla="val 3361"/>
            </a:avLst>
          </a:prstGeom>
          <a:solidFill>
            <a:srgbClr val="E2F4F1"/>
          </a:solidFill>
        </p:spPr>
      </p:sp>
      <p:pic>
        <p:nvPicPr>
          <p:cNvPr id="21" name="Image 0" descr="C:\Users\sahil\AppData\Local\Temp\claude\c--Users-sahil-OneDrive-Desktop-Whatsapp-bulksms-sender-extention\b86a8a5f-e386-441d-af93-effabb2e1259\scratchpad\shots\01-logi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60920" y="1600200"/>
            <a:ext cx="4023360" cy="420624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360920" y="60807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लॉगिन स्क्रीन - आम्ही दिलेला नंबर आणि पासवर्ड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8C7E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सुरुवात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सुरू कसं करायचं? - तीनच स्टेप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19656"/>
            <a:ext cx="402336" cy="402336"/>
          </a:xfrm>
          <a:prstGeom prst="ellipse">
            <a:avLst/>
          </a:prstGeom>
          <a:solidFill>
            <a:srgbClr val="128C7E"/>
          </a:solidFill>
        </p:spPr>
      </p:sp>
      <p:sp>
        <p:nvSpPr>
          <p:cNvPr id="5" name="Text 3"/>
          <p:cNvSpPr txBox="1"/>
          <p:nvPr/>
        </p:nvSpPr>
        <p:spPr>
          <a:xfrm>
            <a:off x="685800" y="181965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9304" y="1783080"/>
            <a:ext cx="50657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Extension इन्स्टॉल करा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9304" y="2093976"/>
            <a:ext cx="506577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आम्ही दिलेली फाइल Chrome मध्ये टाका. एकदाच करायचं.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054096"/>
            <a:ext cx="402336" cy="402336"/>
          </a:xfrm>
          <a:prstGeom prst="ellipse">
            <a:avLst/>
          </a:prstGeom>
          <a:solidFill>
            <a:srgbClr val="25D366"/>
          </a:solidFill>
        </p:spPr>
      </p:sp>
      <p:sp>
        <p:nvSpPr>
          <p:cNvPr id="9" name="Text 7"/>
          <p:cNvSpPr txBox="1"/>
          <p:nvPr/>
        </p:nvSpPr>
        <p:spPr>
          <a:xfrm>
            <a:off x="685800" y="305409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3017520"/>
            <a:ext cx="50657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लॉगिन करा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328416"/>
            <a:ext cx="506577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आम्ही दिलेला मोबाईल नंबर आणि पासवर्ड टाका.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288536"/>
            <a:ext cx="402336" cy="402336"/>
          </a:xfrm>
          <a:prstGeom prst="ellipse">
            <a:avLst/>
          </a:prstGeom>
          <a:solidFill>
            <a:srgbClr val="0FB5AE"/>
          </a:solidFill>
        </p:spPr>
      </p:sp>
      <p:sp>
        <p:nvSpPr>
          <p:cNvPr id="13" name="Text 11"/>
          <p:cNvSpPr txBox="1"/>
          <p:nvPr/>
        </p:nvSpPr>
        <p:spPr>
          <a:xfrm>
            <a:off x="685800" y="42885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4251960"/>
            <a:ext cx="50657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Dashboard उघडा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4562856"/>
            <a:ext cx="506577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Open Dashboard दाबा - पुढचं सगळं तिथेच.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532120"/>
            <a:ext cx="5669280" cy="685800"/>
          </a:xfrm>
          <a:prstGeom prst="roundRect">
            <a:avLst>
              <a:gd name="adj" fmla="val 16000"/>
            </a:avLst>
          </a:prstGeom>
          <a:solidFill>
            <a:srgbClr val="FFEFD6"/>
          </a:solidFill>
        </p:spPr>
      </p:sp>
      <p:sp>
        <p:nvSpPr>
          <p:cNvPr id="17" name="Text 15"/>
          <p:cNvSpPr txBox="1"/>
          <p:nvPr/>
        </p:nvSpPr>
        <p:spPr>
          <a:xfrm>
            <a:off x="914400" y="5532120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6205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एक लक्षात ठेवा: मेसेज पाठवताना WhatsApp Web चा टॅब उघडा ठेवा.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76288" y="1938528"/>
            <a:ext cx="4718304" cy="3163824"/>
          </a:xfrm>
          <a:prstGeom prst="roundRect">
            <a:avLst>
              <a:gd name="adj" fmla="val 4624"/>
            </a:avLst>
          </a:prstGeom>
          <a:solidFill>
            <a:srgbClr val="E2F4F1"/>
          </a:solidFill>
        </p:spPr>
      </p:sp>
      <p:pic>
        <p:nvPicPr>
          <p:cNvPr id="19" name="Image 0" descr="C:\Users\sahil\AppData\Local\Temp\claude\c--Users-sahil-OneDrive-Desktop-Whatsapp-bulksms-sender-extention\b86a8a5f-e386-441d-af93-effabb2e1259\scratchpad\shots\01b-hom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040880" y="2103120"/>
            <a:ext cx="4389120" cy="28346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040880" y="52120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लॉगिन झाल्यावर दिसणारी स्क्रीन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8C7E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नकाशा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Dashboard वर सहा भाग - काय कुठे आहे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effectLst>
            <a:outerShdw blurRad="127000" dist="25400" dir="5400000" algn="bl" rotWithShape="0">
              <a:srgbClr val="075E5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1031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5D366"/>
          </a:solidFill>
        </p:spPr>
      </p:sp>
      <p:sp>
        <p:nvSpPr>
          <p:cNvPr id="6" name="Text 4"/>
          <p:cNvSpPr txBox="1"/>
          <p:nvPr/>
        </p:nvSpPr>
        <p:spPr>
          <a:xfrm>
            <a:off x="978408" y="2103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06040"/>
            <a:ext cx="2706624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New Campaign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44368"/>
            <a:ext cx="2706624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मेसेज तयार करून पाठवायची जागा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effectLst>
            <a:outerShdw blurRad="127000" dist="25400" dir="5400000" algn="bl" rotWithShape="0">
              <a:srgbClr val="075E5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21031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28C7E"/>
          </a:solidFill>
        </p:spPr>
      </p:sp>
      <p:sp>
        <p:nvSpPr>
          <p:cNvPr id="11" name="Text 9"/>
          <p:cNvSpPr txBox="1"/>
          <p:nvPr/>
        </p:nvSpPr>
        <p:spPr>
          <a:xfrm>
            <a:off x="4727448" y="2103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606040"/>
            <a:ext cx="2706624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Reports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2944368"/>
            <a:ext cx="2706624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किती गेले, किती फेल, Excel रिपोर्ट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18288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effectLst>
            <a:outerShdw blurRad="127000" dist="25400" dir="5400000" algn="bl" rotWithShape="0">
              <a:srgbClr val="075E5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6488" y="21031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3B82F6"/>
          </a:solidFill>
        </p:spPr>
      </p:sp>
      <p:sp>
        <p:nvSpPr>
          <p:cNvPr id="16" name="Text 14"/>
          <p:cNvSpPr txBox="1"/>
          <p:nvPr/>
        </p:nvSpPr>
        <p:spPr>
          <a:xfrm>
            <a:off x="8476488" y="2103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76488" y="2606040"/>
            <a:ext cx="2706624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Extract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76488" y="2944368"/>
            <a:ext cx="2706624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चॅट आणि नंबर Excel मध्ये काढा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8862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effectLst>
            <a:outerShdw blurRad="127000" dist="25400" dir="5400000" algn="bl" rotWithShape="0">
              <a:srgbClr val="075E5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408" y="41605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5399B"/>
          </a:solidFill>
        </p:spPr>
      </p:sp>
      <p:sp>
        <p:nvSpPr>
          <p:cNvPr id="21" name="Text 19"/>
          <p:cNvSpPr txBox="1"/>
          <p:nvPr/>
        </p:nvSpPr>
        <p:spPr>
          <a:xfrm>
            <a:off x="978408" y="4160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4663440"/>
            <a:ext cx="2706624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Chatbot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001768"/>
            <a:ext cx="2706624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ठरलेल्या शब्दावर आपोआप उत्तर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38862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effectLst>
            <a:outerShdw blurRad="127000" dist="25400" dir="5400000" algn="bl" rotWithShape="0">
              <a:srgbClr val="075E5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27448" y="41605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7C5CE0"/>
          </a:solidFill>
        </p:spPr>
      </p:sp>
      <p:sp>
        <p:nvSpPr>
          <p:cNvPr id="26" name="Text 24"/>
          <p:cNvSpPr txBox="1"/>
          <p:nvPr/>
        </p:nvSpPr>
        <p:spPr>
          <a:xfrm>
            <a:off x="4727448" y="4160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727448" y="4663440"/>
            <a:ext cx="2706624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Quick Replies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727448" y="5001768"/>
            <a:ext cx="2706624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नेहमीची उत्तरं एका क्लिकवर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38862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effectLst>
            <a:outerShdw blurRad="127000" dist="25400" dir="5400000" algn="bl" rotWithShape="0">
              <a:srgbClr val="075E54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76488" y="41605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5A524"/>
          </a:solidFill>
        </p:spPr>
      </p:sp>
      <p:sp>
        <p:nvSpPr>
          <p:cNvPr id="31" name="Text 29"/>
          <p:cNvSpPr txBox="1"/>
          <p:nvPr/>
        </p:nvSpPr>
        <p:spPr>
          <a:xfrm>
            <a:off x="8476488" y="4160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476488" y="4663440"/>
            <a:ext cx="2706624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Unsubscribers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76488" y="5001768"/>
            <a:ext cx="2706624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नको म्हणणाऱ्यांची लिस्ट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8C7E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पुढे हेच सहा भाग एक एक करून बघू.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8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852160" cy="5852160"/>
          </a:xfrm>
          <a:prstGeom prst="ellipse">
            <a:avLst/>
          </a:prstGeom>
          <a:solidFill>
            <a:srgbClr val="25D366">
              <a:alpha val="3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" y="1828800"/>
            <a:ext cx="868680" cy="868680"/>
          </a:xfrm>
          <a:prstGeom prst="ellipse">
            <a:avLst/>
          </a:prstGeom>
          <a:solidFill>
            <a:srgbClr val="25D366"/>
          </a:solidFill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कॅम्पेन पाठवणं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New Campaign आणि Reports - रोजचं मुख्य काम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192024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</p:spPr>
      </p:sp>
      <p:sp>
        <p:nvSpPr>
          <p:cNvPr id="9" name="Text 7"/>
          <p:cNvSpPr txBox="1"/>
          <p:nvPr/>
        </p:nvSpPr>
        <p:spPr>
          <a:xfrm>
            <a:off x="822960" y="4846320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1. कोणाला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71800" y="4846320"/>
            <a:ext cx="192024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</p:spPr>
      </p:sp>
      <p:sp>
        <p:nvSpPr>
          <p:cNvPr id="11" name="Text 9"/>
          <p:cNvSpPr txBox="1"/>
          <p:nvPr/>
        </p:nvSpPr>
        <p:spPr>
          <a:xfrm>
            <a:off x="2971800" y="4846320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2. मेसेज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20640" y="4846320"/>
            <a:ext cx="192024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</p:spPr>
      </p:sp>
      <p:sp>
        <p:nvSpPr>
          <p:cNvPr id="13" name="Text 11"/>
          <p:cNvSpPr txBox="1"/>
          <p:nvPr/>
        </p:nvSpPr>
        <p:spPr>
          <a:xfrm>
            <a:off x="5120640" y="4846320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3. फाइल + वेळ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4846320"/>
            <a:ext cx="192024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</p:spPr>
      </p:sp>
      <p:sp>
        <p:nvSpPr>
          <p:cNvPr id="15" name="Text 13"/>
          <p:cNvSpPr txBox="1"/>
          <p:nvPr/>
        </p:nvSpPr>
        <p:spPr>
          <a:xfrm>
            <a:off x="7269480" y="4846320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4. वेग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0" y="4846320"/>
            <a:ext cx="192024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</p:spPr>
      </p:sp>
      <p:sp>
        <p:nvSpPr>
          <p:cNvPr id="17" name="Text 15"/>
          <p:cNvSpPr txBox="1"/>
          <p:nvPr/>
        </p:nvSpPr>
        <p:spPr>
          <a:xfrm>
            <a:off x="9418320" y="4846320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5. रिपोर्ट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D366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स्टेप १ - New Campaign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कोणाला पाठवायचं ते निवडा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27048"/>
            <a:ext cx="7004304" cy="4352544"/>
          </a:xfrm>
          <a:prstGeom prst="roundRect">
            <a:avLst>
              <a:gd name="adj" fmla="val 3361"/>
            </a:avLst>
          </a:prstGeom>
          <a:solidFill>
            <a:srgbClr val="DFF7E7"/>
          </a:solidFill>
        </p:spPr>
      </p:sp>
      <p:pic>
        <p:nvPicPr>
          <p:cNvPr id="5" name="Image 0" descr="C:\Users\sahil\AppData\Local\Temp\claude\c--Users-sahil-OneDrive-Desktop-Whatsapp-bulksms-sender-extention\b86a8a5f-e386-441d-af93-effabb2e1259\scratchpad\shots\02-recipient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1691640"/>
            <a:ext cx="6675120" cy="4023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98932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Excel मधून 248 कस्टमर एका क्लिकमध्ये आले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909560" y="1773936"/>
            <a:ext cx="402336" cy="402336"/>
          </a:xfrm>
          <a:prstGeom prst="ellipse">
            <a:avLst/>
          </a:prstGeom>
          <a:solidFill>
            <a:srgbClr val="25D366"/>
          </a:solidFill>
        </p:spPr>
      </p:sp>
      <p:sp>
        <p:nvSpPr>
          <p:cNvPr id="8" name="Text 5"/>
          <p:cNvSpPr txBox="1"/>
          <p:nvPr/>
        </p:nvSpPr>
        <p:spPr>
          <a:xfrm>
            <a:off x="7909560" y="17739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513064" y="1737360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Contact / Group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513064" y="2048256"/>
            <a:ext cx="30998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तुमच्या WhatsApp मधल्या चॅट आणि ग्रुप इथेच दिसतात. Sync दाबा, लिस्ट येते.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09560" y="3008376"/>
            <a:ext cx="402336" cy="402336"/>
          </a:xfrm>
          <a:prstGeom prst="ellipse">
            <a:avLst/>
          </a:prstGeom>
          <a:solidFill>
            <a:srgbClr val="0FB5AE"/>
          </a:solidFill>
        </p:spPr>
      </p:sp>
      <p:sp>
        <p:nvSpPr>
          <p:cNvPr id="12" name="Text 9"/>
          <p:cNvSpPr txBox="1"/>
          <p:nvPr/>
        </p:nvSpPr>
        <p:spPr>
          <a:xfrm>
            <a:off x="7909560" y="30083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513064" y="2971800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Numbers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513064" y="3282696"/>
            <a:ext cx="30998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एक नंबर हाताने टाका, नाहीतर Excel / Google Sheet ची लिस्ट टाका. नंबर फोनमध्ये सेव्ह करायची गरज नाही.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09560" y="4242816"/>
            <a:ext cx="402336" cy="402336"/>
          </a:xfrm>
          <a:prstGeom prst="ellipse">
            <a:avLst/>
          </a:prstGeom>
          <a:solidFill>
            <a:srgbClr val="128C7E"/>
          </a:solidFill>
        </p:spPr>
      </p:sp>
      <p:sp>
        <p:nvSpPr>
          <p:cNvPr id="16" name="Text 13"/>
          <p:cNvSpPr txBox="1"/>
          <p:nvPr/>
        </p:nvSpPr>
        <p:spPr>
          <a:xfrm>
            <a:off x="7909560" y="42428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513064" y="4206240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Saved Lists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513064" y="4517136"/>
            <a:ext cx="30998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नेहमीच्या कस्टमरची लिस्ट बनवून ठेवा - पुढच्या वेळी एका क्लिकवर.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D366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स्टेप २ - New Campaign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मेसेज लिहा - नाव आपोआप भरतं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76288" y="1481328"/>
            <a:ext cx="4809744" cy="4718304"/>
          </a:xfrm>
          <a:prstGeom prst="roundRect">
            <a:avLst>
              <a:gd name="adj" fmla="val 3101"/>
            </a:avLst>
          </a:prstGeom>
          <a:solidFill>
            <a:srgbClr val="DFF7E7"/>
          </a:solidFill>
        </p:spPr>
      </p:sp>
      <p:pic>
        <p:nvPicPr>
          <p:cNvPr id="5" name="Image 0" descr="C:\Users\sahil\AppData\Local\Temp\claude\c--Users-sahil-OneDrive-Desktop-Whatsapp-bulksms-sender-extention\b86a8a5f-e386-441d-af93-effabb2e1259\scratchpad\shots\03-compos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040880" y="1645920"/>
            <a:ext cx="4480560" cy="4389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0" y="63093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प्रत्यक्ष कसा दिसेल ते खालीच दिसतं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" y="1682496"/>
            <a:ext cx="402336" cy="402336"/>
          </a:xfrm>
          <a:prstGeom prst="ellipse">
            <a:avLst/>
          </a:prstGeom>
          <a:solidFill>
            <a:srgbClr val="25D366"/>
          </a:solidFill>
        </p:spPr>
      </p:sp>
      <p:sp>
        <p:nvSpPr>
          <p:cNvPr id="8" name="Text 5"/>
          <p:cNvSpPr txBox="1"/>
          <p:nvPr/>
        </p:nvSpPr>
        <p:spPr>
          <a:xfrm>
            <a:off x="685800" y="168249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9304" y="1645920"/>
            <a:ext cx="51572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{{name}} टाका, नाव आपोआप येतं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9304" y="1956816"/>
            <a:ext cx="51572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प्रत्येकाला त्याच्या नावाने मेसेज. {{city}} सारखे स्वतःचे कॉलमही चालतात.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2761488"/>
            <a:ext cx="402336" cy="402336"/>
          </a:xfrm>
          <a:prstGeom prst="ellipse">
            <a:avLst/>
          </a:prstGeom>
          <a:solidFill>
            <a:srgbClr val="0FB5AE"/>
          </a:solidFill>
        </p:spPr>
      </p:sp>
      <p:sp>
        <p:nvSpPr>
          <p:cNvPr id="12" name="Text 9"/>
          <p:cNvSpPr txBox="1"/>
          <p:nvPr/>
        </p:nvSpPr>
        <p:spPr>
          <a:xfrm>
            <a:off x="685800" y="2761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89304" y="2724912"/>
            <a:ext cx="51572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ठळक, तिरकं, लिस्ट, इमोजी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9304" y="3035808"/>
            <a:ext cx="51572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WhatsApp सारखंच. लिहिताना खाली preview दिसतो.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3840480"/>
            <a:ext cx="402336" cy="402336"/>
          </a:xfrm>
          <a:prstGeom prst="ellipse">
            <a:avLst/>
          </a:prstGeom>
          <a:solidFill>
            <a:srgbClr val="128C7E"/>
          </a:solidFill>
        </p:spPr>
      </p:sp>
      <p:sp>
        <p:nvSpPr>
          <p:cNvPr id="16" name="Text 13"/>
          <p:cNvSpPr txBox="1"/>
          <p:nvPr/>
        </p:nvSpPr>
        <p:spPr>
          <a:xfrm>
            <a:off x="685800" y="38404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89304" y="3803904"/>
            <a:ext cx="51572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टेम्पलेट सेव्ह करा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9304" y="4114800"/>
            <a:ext cx="51572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एकदा लिहिलेला मेसेज पुन्हा पुन्हा वापरा.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85800" y="4919472"/>
            <a:ext cx="402336" cy="402336"/>
          </a:xfrm>
          <a:prstGeom prst="ellipse">
            <a:avLst/>
          </a:prstGeom>
          <a:solidFill>
            <a:srgbClr val="F5A524"/>
          </a:solidFill>
        </p:spPr>
      </p:sp>
      <p:sp>
        <p:nvSpPr>
          <p:cNvPr id="20" name="Text 17"/>
          <p:cNvSpPr txBox="1"/>
          <p:nvPr/>
        </p:nvSpPr>
        <p:spPr>
          <a:xfrm>
            <a:off x="685800" y="49194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89304" y="4882896"/>
            <a:ext cx="51572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15 भाषांत भाषांतर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9304" y="5193792"/>
            <a:ext cx="51572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मराठी, हिंदी, गुजराती, तमिळ - एका बटणावर.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D366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स्टेप ३ - New Campaign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फाइल जोडा, वेळ ठरवा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33488" y="1481328"/>
            <a:ext cx="4352544" cy="4718304"/>
          </a:xfrm>
          <a:prstGeom prst="roundRect">
            <a:avLst>
              <a:gd name="adj" fmla="val 3361"/>
            </a:avLst>
          </a:prstGeom>
          <a:solidFill>
            <a:srgbClr val="DFF7E7"/>
          </a:solidFill>
        </p:spPr>
      </p:sp>
      <p:pic>
        <p:nvPicPr>
          <p:cNvPr id="5" name="Image 0" descr="C:\Users\sahil\AppData\Local\Temp\claude\c--Users-sahil-OneDrive-Desktop-Whatsapp-bulksms-sender-extention\b86a8a5f-e386-441d-af93-effabb2e1259\scratchpad\shots\05-schedul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98080" y="1645920"/>
            <a:ext cx="4023360" cy="4389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63093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18 ऑक्टोबर, सकाळी 10:30 - दर आठवड्याला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" y="1682496"/>
            <a:ext cx="402336" cy="402336"/>
          </a:xfrm>
          <a:prstGeom prst="ellipse">
            <a:avLst/>
          </a:prstGeom>
          <a:solidFill>
            <a:srgbClr val="25D366"/>
          </a:solidFill>
        </p:spPr>
      </p:sp>
      <p:sp>
        <p:nvSpPr>
          <p:cNvPr id="8" name="Text 5"/>
          <p:cNvSpPr txBox="1"/>
          <p:nvPr/>
        </p:nvSpPr>
        <p:spPr>
          <a:xfrm>
            <a:off x="685800" y="168249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9304" y="1645920"/>
            <a:ext cx="570585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फोटो, PDF, कॅटलॉग पाठवा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9304" y="1956816"/>
            <a:ext cx="57058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इमेज, व्हिडिओ, PDF, Excel - सोबत कॅप्शनही देता येतो.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2761488"/>
            <a:ext cx="402336" cy="402336"/>
          </a:xfrm>
          <a:prstGeom prst="ellipse">
            <a:avLst/>
          </a:prstGeom>
          <a:solidFill>
            <a:srgbClr val="0FB5AE"/>
          </a:solidFill>
        </p:spPr>
      </p:sp>
      <p:sp>
        <p:nvSpPr>
          <p:cNvPr id="12" name="Text 9"/>
          <p:cNvSpPr txBox="1"/>
          <p:nvPr/>
        </p:nvSpPr>
        <p:spPr>
          <a:xfrm>
            <a:off x="685800" y="2761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89304" y="2724912"/>
            <a:ext cx="570585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आत्ता पाठवा नाहीतर वेळ ठरवा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9304" y="3035808"/>
            <a:ext cx="57058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तारीख-वेळ ठरवा, कॉम्प्युटर चालू असेल तर आपोआप जातं.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3840480"/>
            <a:ext cx="402336" cy="402336"/>
          </a:xfrm>
          <a:prstGeom prst="ellipse">
            <a:avLst/>
          </a:prstGeom>
          <a:solidFill>
            <a:srgbClr val="128C7E"/>
          </a:solidFill>
        </p:spPr>
      </p:sp>
      <p:sp>
        <p:nvSpPr>
          <p:cNvPr id="16" name="Text 13"/>
          <p:cNvSpPr txBox="1"/>
          <p:nvPr/>
        </p:nvSpPr>
        <p:spPr>
          <a:xfrm>
            <a:off x="685800" y="38404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89304" y="3803904"/>
            <a:ext cx="570585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दर आठवड्याला / महिन्याला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9304" y="4114800"/>
            <a:ext cx="57058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एकदा सेट करा, पुढे आपोआप पुन्हा जातं.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85800" y="4919472"/>
            <a:ext cx="402336" cy="402336"/>
          </a:xfrm>
          <a:prstGeom prst="ellipse">
            <a:avLst/>
          </a:prstGeom>
          <a:solidFill>
            <a:srgbClr val="F5A524"/>
          </a:solidFill>
        </p:spPr>
      </p:sp>
      <p:sp>
        <p:nvSpPr>
          <p:cNvPr id="20" name="Text 17"/>
          <p:cNvSpPr txBox="1"/>
          <p:nvPr/>
        </p:nvSpPr>
        <p:spPr>
          <a:xfrm>
            <a:off x="685800" y="49194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89304" y="4882896"/>
            <a:ext cx="570585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कॅम्पेनला नाव द्या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9304" y="5193792"/>
            <a:ext cx="57058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"Diwali Offer Blast" - नंतर रिपोर्टमध्ये पटकन सापडतं.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D366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स्टेप ४ - सेफ्टी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नंबर ब्लॉक होऊ नये म्हणून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059168" y="1664208"/>
            <a:ext cx="4626864" cy="3986784"/>
          </a:xfrm>
          <a:prstGeom prst="roundRect">
            <a:avLst>
              <a:gd name="adj" fmla="val 3670"/>
            </a:avLst>
          </a:prstGeom>
          <a:solidFill>
            <a:srgbClr val="DFF7E7"/>
          </a:solidFill>
        </p:spPr>
      </p:sp>
      <p:pic>
        <p:nvPicPr>
          <p:cNvPr id="5" name="Image 0" descr="C:\Users\sahil\AppData\Local\Temp\claude\c--Users-sahil-OneDrive-Desktop-Whatsapp-bulksms-sender-extention\b86a8a5f-e386-441d-af93-effabb2e1259\scratchpad\shots\04-pac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223760" y="1828800"/>
            <a:ext cx="429768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223760" y="57607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दोन मेसेजमध्ये 20-60 सेकंद, दर 25 नंतर 3 मिनिटं ब्रेक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" y="1773936"/>
            <a:ext cx="402336" cy="402336"/>
          </a:xfrm>
          <a:prstGeom prst="ellipse">
            <a:avLst/>
          </a:prstGeom>
          <a:solidFill>
            <a:srgbClr val="25D366"/>
          </a:solidFill>
        </p:spPr>
      </p:sp>
      <p:sp>
        <p:nvSpPr>
          <p:cNvPr id="8" name="Text 5"/>
          <p:cNvSpPr txBox="1"/>
          <p:nvPr/>
        </p:nvSpPr>
        <p:spPr>
          <a:xfrm>
            <a:off x="685800" y="17739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9304" y="1737360"/>
            <a:ext cx="534009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दोन मेसेजमध्ये अंतर ठेवा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9304" y="2048256"/>
            <a:ext cx="534009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ठरलेलं किंवा कमी-जास्त अंतर. कमी-जास्त ठेवलं की माणसासारखं वाटतं - जास्त सेफ.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3008376"/>
            <a:ext cx="402336" cy="402336"/>
          </a:xfrm>
          <a:prstGeom prst="ellipse">
            <a:avLst/>
          </a:prstGeom>
          <a:solidFill>
            <a:srgbClr val="F5A524"/>
          </a:solidFill>
        </p:spPr>
      </p:sp>
      <p:sp>
        <p:nvSpPr>
          <p:cNvPr id="12" name="Text 9"/>
          <p:cNvSpPr txBox="1"/>
          <p:nvPr/>
        </p:nvSpPr>
        <p:spPr>
          <a:xfrm>
            <a:off x="685800" y="30083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89304" y="2971800"/>
            <a:ext cx="534009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बॅचमध्ये पाठवा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9304" y="3282696"/>
            <a:ext cx="534009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25 मेसेज पाठवून 3 मिनिटं थांबा, मग पुढचे 25.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4242816"/>
            <a:ext cx="402336" cy="402336"/>
          </a:xfrm>
          <a:prstGeom prst="ellipse">
            <a:avLst/>
          </a:prstGeom>
          <a:solidFill>
            <a:srgbClr val="F5399B"/>
          </a:solidFill>
        </p:spPr>
      </p:sp>
      <p:sp>
        <p:nvSpPr>
          <p:cNvPr id="16" name="Text 13"/>
          <p:cNvSpPr txBox="1"/>
          <p:nvPr/>
        </p:nvSpPr>
        <p:spPr>
          <a:xfrm>
            <a:off x="685800" y="42428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89304" y="4206240"/>
            <a:ext cx="534009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STOP म्हटलं की वगळलं जातं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9304" y="4517136"/>
            <a:ext cx="534009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प्रत्येक मेसेजखाली unsubscribe ओळ. STOP पाठवणारा आपोआप लिस्टबाहेर.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D366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स्टेप ५ - Reports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किती पोहोचलं ते लगेच कळतं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27048"/>
            <a:ext cx="7644384" cy="4626864"/>
          </a:xfrm>
          <a:prstGeom prst="roundRect">
            <a:avLst>
              <a:gd name="adj" fmla="val 3162"/>
            </a:avLst>
          </a:prstGeom>
          <a:solidFill>
            <a:srgbClr val="DFF7E7"/>
          </a:solidFill>
        </p:spPr>
      </p:sp>
      <p:pic>
        <p:nvPicPr>
          <p:cNvPr id="5" name="Image 0" descr="C:\Users\sahil\AppData\Local\Temp\claude\c--Users-sahil-OneDrive-Desktop-Whatsapp-bulksms-sender-extention\b86a8a5f-e386-441d-af93-effabb2e1259\scratchpad\shots\06-report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1691640"/>
            <a:ext cx="731520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819656"/>
            <a:ext cx="402336" cy="402336"/>
          </a:xfrm>
          <a:prstGeom prst="ellipse">
            <a:avLst/>
          </a:prstGeom>
          <a:solidFill>
            <a:srgbClr val="25D366"/>
          </a:solidFill>
        </p:spPr>
      </p:sp>
      <p:sp>
        <p:nvSpPr>
          <p:cNvPr id="7" name="Text 4"/>
          <p:cNvSpPr txBox="1"/>
          <p:nvPr/>
        </p:nvSpPr>
        <p:spPr>
          <a:xfrm>
            <a:off x="8549640" y="181965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53144" y="1783080"/>
            <a:ext cx="245973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सगळे आकडे एका नजरेत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53144" y="2093976"/>
            <a:ext cx="245973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किती गेले, किती फेल, किती वगळले - वरच दिसतात.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549640" y="3099816"/>
            <a:ext cx="402336" cy="402336"/>
          </a:xfrm>
          <a:prstGeom prst="ellipse">
            <a:avLst/>
          </a:prstGeom>
          <a:solidFill>
            <a:srgbClr val="0FB5AE"/>
          </a:solidFill>
        </p:spPr>
      </p:sp>
      <p:sp>
        <p:nvSpPr>
          <p:cNvPr id="11" name="Text 8"/>
          <p:cNvSpPr txBox="1"/>
          <p:nvPr/>
        </p:nvSpPr>
        <p:spPr>
          <a:xfrm>
            <a:off x="8549640" y="30998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53144" y="3063240"/>
            <a:ext cx="245973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मध्येच थांबवा, पुन्हा सुरू करा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153144" y="3374136"/>
            <a:ext cx="245973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चालू कॅम्पेन Pause किंवा Cancel करता येतं.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549640" y="4379976"/>
            <a:ext cx="402336" cy="402336"/>
          </a:xfrm>
          <a:prstGeom prst="ellipse">
            <a:avLst/>
          </a:prstGeom>
          <a:solidFill>
            <a:srgbClr val="128C7E"/>
          </a:solidFill>
        </p:spPr>
      </p:sp>
      <p:sp>
        <p:nvSpPr>
          <p:cNvPr id="15" name="Text 12"/>
          <p:cNvSpPr txBox="1"/>
          <p:nvPr/>
        </p:nvSpPr>
        <p:spPr>
          <a:xfrm>
            <a:off x="8549640" y="43799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53144" y="4343400"/>
            <a:ext cx="245973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Excel रिपोर्ट डाउनलोड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153144" y="4654296"/>
            <a:ext cx="245973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कोणाला गेलं याची पूर्ण लिस्ट फाइलमध्ये.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14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852160" cy="5852160"/>
          </a:xfrm>
          <a:prstGeom prst="ellipse">
            <a:avLst/>
          </a:prstGeom>
          <a:solidFill>
            <a:srgbClr val="F5399B">
              <a:alpha val="3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" y="1828800"/>
            <a:ext cx="868680" cy="868680"/>
          </a:xfrm>
          <a:prstGeom prst="ellipse">
            <a:avLst/>
          </a:prstGeom>
          <a:solidFill>
            <a:srgbClr val="F5399B"/>
          </a:solidFill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आपोआप उत्तरं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Chatbot, Quick Replies आणि Unsubscribers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310896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</p:spPr>
      </p:sp>
      <p:sp>
        <p:nvSpPr>
          <p:cNvPr id="9" name="Text 7"/>
          <p:cNvSpPr txBox="1"/>
          <p:nvPr/>
        </p:nvSpPr>
        <p:spPr>
          <a:xfrm>
            <a:off x="822960" y="4846320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Chatbot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4846320"/>
            <a:ext cx="310896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</p:spPr>
      </p:sp>
      <p:sp>
        <p:nvSpPr>
          <p:cNvPr id="11" name="Text 9"/>
          <p:cNvSpPr txBox="1"/>
          <p:nvPr/>
        </p:nvSpPr>
        <p:spPr>
          <a:xfrm>
            <a:off x="4160520" y="4846320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Quick Replies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0" y="4846320"/>
            <a:ext cx="310896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</p:spPr>
      </p:sp>
      <p:sp>
        <p:nvSpPr>
          <p:cNvPr id="13" name="Text 11"/>
          <p:cNvSpPr txBox="1"/>
          <p:nvPr/>
        </p:nvSpPr>
        <p:spPr>
          <a:xfrm>
            <a:off x="7498080" y="4846320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Unsubscribers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399B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Chatbot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ठरलेला शब्द आला की आपोआप उत्तर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76288" y="1481328"/>
            <a:ext cx="4809744" cy="4718304"/>
          </a:xfrm>
          <a:prstGeom prst="roundRect">
            <a:avLst>
              <a:gd name="adj" fmla="val 3101"/>
            </a:avLst>
          </a:prstGeom>
          <a:solidFill>
            <a:srgbClr val="FFE4F1"/>
          </a:solidFill>
        </p:spPr>
      </p:sp>
      <p:pic>
        <p:nvPicPr>
          <p:cNvPr id="5" name="Image 0" descr="C:\Users\sahil\AppData\Local\Temp\claude\c--Users-sahil-OneDrive-Desktop-Whatsapp-bulksms-sender-extention\b86a8a5f-e386-441d-af93-effabb2e1259\scratchpad\shots\07-chatbot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040880" y="1645920"/>
            <a:ext cx="4480560" cy="4389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0" y="63093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तीन नियम - price, वेळ, STOP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" y="1773936"/>
            <a:ext cx="402336" cy="402336"/>
          </a:xfrm>
          <a:prstGeom prst="ellipse">
            <a:avLst/>
          </a:prstGeom>
          <a:solidFill>
            <a:srgbClr val="F5399B"/>
          </a:solidFill>
        </p:spPr>
      </p:sp>
      <p:sp>
        <p:nvSpPr>
          <p:cNvPr id="8" name="Text 5"/>
          <p:cNvSpPr txBox="1"/>
          <p:nvPr/>
        </p:nvSpPr>
        <p:spPr>
          <a:xfrm>
            <a:off x="685800" y="17739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9304" y="1737360"/>
            <a:ext cx="51572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शब्द ठरवा, उत्तर ठरवा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9304" y="2048256"/>
            <a:ext cx="51572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कस्टमरने "price" लिहिलं की किंमत यादी आपोआप जाते. "contains" की "is exactly" ते तुम्ही ठरवा.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3008376"/>
            <a:ext cx="402336" cy="402336"/>
          </a:xfrm>
          <a:prstGeom prst="ellipse">
            <a:avLst/>
          </a:prstGeom>
          <a:solidFill>
            <a:srgbClr val="7C5CE0"/>
          </a:solidFill>
        </p:spPr>
      </p:sp>
      <p:sp>
        <p:nvSpPr>
          <p:cNvPr id="12" name="Text 9"/>
          <p:cNvSpPr txBox="1"/>
          <p:nvPr/>
        </p:nvSpPr>
        <p:spPr>
          <a:xfrm>
            <a:off x="685800" y="30083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89304" y="2971800"/>
            <a:ext cx="51572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तुम्ही नसतानाही चालतं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9304" y="3282696"/>
            <a:ext cx="51572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रात्री आलेल्या चौकशीला लगेच उत्तर. कस्टमर वाट बघत बसत नाही.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4242816"/>
            <a:ext cx="402336" cy="402336"/>
          </a:xfrm>
          <a:prstGeom prst="ellipse">
            <a:avLst/>
          </a:prstGeom>
          <a:solidFill>
            <a:srgbClr val="F5A524"/>
          </a:solidFill>
        </p:spPr>
      </p:sp>
      <p:sp>
        <p:nvSpPr>
          <p:cNvPr id="16" name="Text 13"/>
          <p:cNvSpPr txBox="1"/>
          <p:nvPr/>
        </p:nvSpPr>
        <p:spPr>
          <a:xfrm>
            <a:off x="685800" y="42428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89304" y="4206240"/>
            <a:ext cx="51572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मर्यादा पण आहेत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9304" y="4517136"/>
            <a:ext cx="51572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ग्रुप वगळले जातात, नियम न जुळणारे चॅट तसेच राहतात, आणि कॅम्पेन चालू असताना बॉट थांबतो.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399B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Quick Replies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नेहमीची उत्तरं एका क्लिकवर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27048"/>
            <a:ext cx="6181344" cy="4535424"/>
          </a:xfrm>
          <a:prstGeom prst="roundRect">
            <a:avLst>
              <a:gd name="adj" fmla="val 3226"/>
            </a:avLst>
          </a:prstGeom>
          <a:solidFill>
            <a:srgbClr val="FFE4F1"/>
          </a:solidFill>
        </p:spPr>
      </p:sp>
      <p:pic>
        <p:nvPicPr>
          <p:cNvPr id="5" name="Image 0" descr="C:\Users\sahil\AppData\Local\Temp\claude\c--Users-sahil-OneDrive-Desktop-Whatsapp-bulksms-sender-extention\b86a8a5f-e386-441d-af93-effabb2e1259\scratchpad\shots\10-quick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1691640"/>
            <a:ext cx="585216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617220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किंमत, वेळ, पत्ता, डिलिव्हरी - एकदा लिहा, कायम वापरा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32320" y="1819656"/>
            <a:ext cx="402336" cy="402336"/>
          </a:xfrm>
          <a:prstGeom prst="ellipse">
            <a:avLst/>
          </a:prstGeom>
          <a:solidFill>
            <a:srgbClr val="F5399B"/>
          </a:solidFill>
        </p:spPr>
      </p:sp>
      <p:sp>
        <p:nvSpPr>
          <p:cNvPr id="8" name="Text 5"/>
          <p:cNvSpPr txBox="1"/>
          <p:nvPr/>
        </p:nvSpPr>
        <p:spPr>
          <a:xfrm>
            <a:off x="7132320" y="181965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35824" y="1783080"/>
            <a:ext cx="387705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Chatbot आणि हे वेगळं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35824" y="2093976"/>
            <a:ext cx="3877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Chatbot आपोआप पाठवतो; Quick Reply तुम्ही स्वतः निवडून पाठवता - कंट्रोल तुमच्या हातात.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32320" y="3099816"/>
            <a:ext cx="402336" cy="402336"/>
          </a:xfrm>
          <a:prstGeom prst="ellipse">
            <a:avLst/>
          </a:prstGeom>
          <a:solidFill>
            <a:srgbClr val="7C5CE0"/>
          </a:solidFill>
        </p:spPr>
      </p:sp>
      <p:sp>
        <p:nvSpPr>
          <p:cNvPr id="12" name="Text 9"/>
          <p:cNvSpPr txBox="1"/>
          <p:nvPr/>
        </p:nvSpPr>
        <p:spPr>
          <a:xfrm>
            <a:off x="7132320" y="30998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35824" y="3063240"/>
            <a:ext cx="387705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WhatsApp Web वरच दिसतं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35824" y="3374136"/>
            <a:ext cx="3877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चॅट उघडा, खाली उजवीकडे हिरवं बटण दाबा, लिस्टमधून उत्तर निवडा - मेसेज बॉक्समध्ये भरतं.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32320" y="4379976"/>
            <a:ext cx="402336" cy="402336"/>
          </a:xfrm>
          <a:prstGeom prst="ellipse">
            <a:avLst/>
          </a:prstGeom>
          <a:solidFill>
            <a:srgbClr val="128C7E"/>
          </a:solidFill>
        </p:spPr>
      </p:sp>
      <p:sp>
        <p:nvSpPr>
          <p:cNvPr id="16" name="Text 13"/>
          <p:cNvSpPr txBox="1"/>
          <p:nvPr/>
        </p:nvSpPr>
        <p:spPr>
          <a:xfrm>
            <a:off x="7132320" y="43799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735824" y="4343400"/>
            <a:ext cx="387705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टायपिंग वाचतं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735824" y="4654296"/>
            <a:ext cx="3877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दिवसातून वीस वेळा तेच उत्तर टाइप करायची गरज नाही.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399B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Unsubscribers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नको म्हणणाऱ्यांना पुन्हा मेसेज जात नाही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27048"/>
            <a:ext cx="6181344" cy="4261104"/>
          </a:xfrm>
          <a:prstGeom prst="roundRect">
            <a:avLst>
              <a:gd name="adj" fmla="val 3433"/>
            </a:avLst>
          </a:prstGeom>
          <a:solidFill>
            <a:srgbClr val="FFE4F1"/>
          </a:solidFill>
        </p:spPr>
      </p:sp>
      <p:pic>
        <p:nvPicPr>
          <p:cNvPr id="5" name="Image 0" descr="C:\Users\sahil\AppData\Local\Temp\claude\c--Users-sahil-OneDrive-Desktop-Whatsapp-bulksms-sender-extention\b86a8a5f-e386-441d-af93-effabb2e1259\scratchpad\shots\11-unsub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1691640"/>
            <a:ext cx="585216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89788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STOP पाठवणारे आपोआप इथे येतात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32320" y="1819656"/>
            <a:ext cx="402336" cy="402336"/>
          </a:xfrm>
          <a:prstGeom prst="ellipse">
            <a:avLst/>
          </a:prstGeom>
          <a:solidFill>
            <a:srgbClr val="F5399B"/>
          </a:solidFill>
        </p:spPr>
      </p:sp>
      <p:sp>
        <p:nvSpPr>
          <p:cNvPr id="8" name="Text 5"/>
          <p:cNvSpPr txBox="1"/>
          <p:nvPr/>
        </p:nvSpPr>
        <p:spPr>
          <a:xfrm>
            <a:off x="7132320" y="181965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35824" y="1783080"/>
            <a:ext cx="387705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आपोआप भरत जातं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35824" y="2093976"/>
            <a:ext cx="3877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मेसेजखाली सांगितलेला शब्द (STOP) कोणी पाठवला की तो इथे येतो.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32320" y="3099816"/>
            <a:ext cx="402336" cy="402336"/>
          </a:xfrm>
          <a:prstGeom prst="ellipse">
            <a:avLst/>
          </a:prstGeom>
          <a:solidFill>
            <a:srgbClr val="F5A524"/>
          </a:solidFill>
        </p:spPr>
      </p:sp>
      <p:sp>
        <p:nvSpPr>
          <p:cNvPr id="12" name="Text 9"/>
          <p:cNvSpPr txBox="1"/>
          <p:nvPr/>
        </p:nvSpPr>
        <p:spPr>
          <a:xfrm>
            <a:off x="7132320" y="30998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35824" y="3063240"/>
            <a:ext cx="387705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हातानेही टाकता येतं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35824" y="3374136"/>
            <a:ext cx="3877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नंबर किंवा चॅटचं नाव - एका ओळीत एक.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32320" y="4379976"/>
            <a:ext cx="402336" cy="402336"/>
          </a:xfrm>
          <a:prstGeom prst="ellipse">
            <a:avLst/>
          </a:prstGeom>
          <a:solidFill>
            <a:srgbClr val="7C5CE0"/>
          </a:solidFill>
        </p:spPr>
      </p:sp>
      <p:sp>
        <p:nvSpPr>
          <p:cNvPr id="16" name="Text 13"/>
          <p:cNvSpPr txBox="1"/>
          <p:nvPr/>
        </p:nvSpPr>
        <p:spPr>
          <a:xfrm>
            <a:off x="7132320" y="43799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735824" y="4343400"/>
            <a:ext cx="387705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प्रत्येक कॅम्पेनमध्ये वगळले जातात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735824" y="4654296"/>
            <a:ext cx="3877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लिस्टमधल्या कोणालाही कॅम्पेन मेसेज जात नाही - वेगळं लक्ष ठेवायची गरज नाही.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F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852160" cy="5852160"/>
          </a:xfrm>
          <a:prstGeom prst="ellipse">
            <a:avLst/>
          </a:prstGeom>
          <a:solidFill>
            <a:srgbClr val="3B82F6">
              <a:alpha val="3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" y="1828800"/>
            <a:ext cx="868680" cy="86868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डेटा Excel मध्ये काढा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Extract - काहीही न पाठवता WhatsApp मधली माहिती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310896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</p:spPr>
      </p:sp>
      <p:sp>
        <p:nvSpPr>
          <p:cNvPr id="9" name="Text 7"/>
          <p:cNvSpPr txBox="1"/>
          <p:nvPr/>
        </p:nvSpPr>
        <p:spPr>
          <a:xfrm>
            <a:off x="822960" y="4846320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चॅट / मेसेज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4846320"/>
            <a:ext cx="310896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</p:spPr>
      </p:sp>
      <p:sp>
        <p:nvSpPr>
          <p:cNvPr id="11" name="Text 9"/>
          <p:cNvSpPr txBox="1"/>
          <p:nvPr/>
        </p:nvSpPr>
        <p:spPr>
          <a:xfrm>
            <a:off x="4160520" y="4846320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मोबाईल नंबर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Extract - भाग १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चॅट आणि मेसेज Excel मध्ये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6455664" cy="3529584"/>
          </a:xfrm>
          <a:prstGeom prst="roundRect">
            <a:avLst>
              <a:gd name="adj" fmla="val 4145"/>
            </a:avLst>
          </a:prstGeom>
          <a:solidFill>
            <a:srgbClr val="E4EEFF"/>
          </a:solidFill>
        </p:spPr>
      </p:sp>
      <p:pic>
        <p:nvPicPr>
          <p:cNvPr id="5" name="Image 0" descr="C:\Users\sahil\AppData\Local\Temp\claude\c--Users-sahil-OneDrive-Desktop-Whatsapp-bulksms-sender-extention\b86a8a5f-e386-441d-af93-effabb2e1259\scratchpad\shots\08-extract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1737360"/>
            <a:ext cx="6126480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138928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चॅट निवडा, किती दिवसांचं ते निवडा, Extract chats दाबा</a:t>
            </a:r>
            <a:endParaRPr lang="en-US" sz="1150" dirty="0"/>
          </a:p>
        </p:txBody>
      </p:sp>
      <p:pic>
        <p:nvPicPr>
          <p:cNvPr id="7" name="Image 1" descr="C:\Users\sahil\AppData\Local\Temp\claude\c--Users-sahil-OneDrive-Desktop-Whatsapp-bulksms-sender-extention\b86a8a5f-e386-441d-af93-effabb2e1259\scratchpad\shots\12-xl-message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1520" y="5532120"/>
            <a:ext cx="6126480" cy="10058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15200" y="1819656"/>
            <a:ext cx="402336" cy="402336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9" name="Text 5"/>
          <p:cNvSpPr txBox="1"/>
          <p:nvPr/>
        </p:nvSpPr>
        <p:spPr>
          <a:xfrm>
            <a:off x="7315200" y="181965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918704" y="1783080"/>
            <a:ext cx="36941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किती दिवसांचं ते तुम्ही ठरवा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918704" y="2093976"/>
            <a:ext cx="369417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आज, 3 दिवस, 7 दिवस, 30 दिवस, सगळंच, नाहीतर स्वतःच्या तारखा.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315200" y="3099816"/>
            <a:ext cx="402336" cy="402336"/>
          </a:xfrm>
          <a:prstGeom prst="ellipse">
            <a:avLst/>
          </a:prstGeom>
          <a:solidFill>
            <a:srgbClr val="7C5CE0"/>
          </a:solidFill>
        </p:spPr>
      </p:sp>
      <p:sp>
        <p:nvSpPr>
          <p:cNvPr id="13" name="Text 9"/>
          <p:cNvSpPr txBox="1"/>
          <p:nvPr/>
        </p:nvSpPr>
        <p:spPr>
          <a:xfrm>
            <a:off x="7315200" y="30998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918704" y="3063240"/>
            <a:ext cx="36941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पूर्ण बोलणं उतरतं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918704" y="3374136"/>
            <a:ext cx="369417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तारीख, वेळ, कोणी पाठवला (in/out), पाठवणाऱ्याचं नाव आणि पूर्ण मजकूर.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315200" y="4379976"/>
            <a:ext cx="402336" cy="402336"/>
          </a:xfrm>
          <a:prstGeom prst="ellipse">
            <a:avLst/>
          </a:prstGeom>
          <a:solidFill>
            <a:srgbClr val="0FB5AE"/>
          </a:solidFill>
        </p:spPr>
      </p:sp>
      <p:sp>
        <p:nvSpPr>
          <p:cNvPr id="17" name="Text 13"/>
          <p:cNvSpPr txBox="1"/>
          <p:nvPr/>
        </p:nvSpPr>
        <p:spPr>
          <a:xfrm>
            <a:off x="7315200" y="43799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7918704" y="4343400"/>
            <a:ext cx="36941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फोटोही सोबत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918704" y="4654296"/>
            <a:ext cx="369417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"Also save images" टिक केलं की चॅटमधले फोटो वेगळ्या फाइलमध्ये.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315200" y="5577840"/>
            <a:ext cx="4297680" cy="658368"/>
          </a:xfrm>
          <a:prstGeom prst="roundRect">
            <a:avLst>
              <a:gd name="adj" fmla="val 16667"/>
            </a:avLst>
          </a:prstGeom>
          <a:solidFill>
            <a:srgbClr val="E4EEFF"/>
          </a:solidFill>
        </p:spPr>
      </p:sp>
      <p:sp>
        <p:nvSpPr>
          <p:cNvPr id="21" name="Text 17"/>
          <p:cNvSpPr txBox="1"/>
          <p:nvPr/>
        </p:nvSpPr>
        <p:spPr>
          <a:xfrm>
            <a:off x="7498080" y="5577840"/>
            <a:ext cx="3931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काहीही पाठवलं जात नाही - फक्त वाचलं जातं.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Extract - भाग २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मोबाईल नंबरांची लिस्ट Excel मध्ये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73936"/>
            <a:ext cx="402336" cy="402336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5" name="Text 3"/>
          <p:cNvSpPr txBox="1"/>
          <p:nvPr/>
        </p:nvSpPr>
        <p:spPr>
          <a:xfrm>
            <a:off x="685800" y="17739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9304" y="1737360"/>
            <a:ext cx="543153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नाव आणि नंबर एकत्र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9304" y="2048256"/>
            <a:ext cx="543153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टिक केलेल्या प्रत्येक चॅटचं नाव, नंबर आणि तो contact आहे की group - एका फाइलमध्ये.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871216"/>
            <a:ext cx="402336" cy="402336"/>
          </a:xfrm>
          <a:prstGeom prst="ellipse">
            <a:avLst/>
          </a:prstGeom>
          <a:solidFill>
            <a:srgbClr val="7C5CE0"/>
          </a:solidFill>
        </p:spPr>
      </p:sp>
      <p:sp>
        <p:nvSpPr>
          <p:cNvPr id="9" name="Text 7"/>
          <p:cNvSpPr txBox="1"/>
          <p:nvPr/>
        </p:nvSpPr>
        <p:spPr>
          <a:xfrm>
            <a:off x="685800" y="28712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2834640"/>
            <a:ext cx="543153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लपलेले नंबरही मिळतात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145536"/>
            <a:ext cx="543153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WhatsApp काही चॅटचा नंबर दाखवत नाही - अशा चॅट उघडून तो नंबर वाचला जातो.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968496"/>
            <a:ext cx="402336" cy="402336"/>
          </a:xfrm>
          <a:prstGeom prst="ellipse">
            <a:avLst/>
          </a:prstGeom>
          <a:solidFill>
            <a:srgbClr val="0FB5AE"/>
          </a:solidFill>
        </p:spPr>
      </p:sp>
      <p:sp>
        <p:nvSpPr>
          <p:cNvPr id="13" name="Text 11"/>
          <p:cNvSpPr txBox="1"/>
          <p:nvPr/>
        </p:nvSpPr>
        <p:spPr>
          <a:xfrm>
            <a:off x="685800" y="396849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931920"/>
            <a:ext cx="543153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ग्रुपचे मेंबर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4242816"/>
            <a:ext cx="543153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Group टॅबवर "Members to Excel" दाबा - त्या ग्रुपमधले सगळे लोक फाइलमध्ये.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065776"/>
            <a:ext cx="402336" cy="402336"/>
          </a:xfrm>
          <a:prstGeom prst="ellipse">
            <a:avLst/>
          </a:prstGeom>
          <a:solidFill>
            <a:srgbClr val="25D366"/>
          </a:solidFill>
        </p:spPr>
      </p:sp>
      <p:sp>
        <p:nvSpPr>
          <p:cNvPr id="17" name="Text 15"/>
          <p:cNvSpPr txBox="1"/>
          <p:nvPr/>
        </p:nvSpPr>
        <p:spPr>
          <a:xfrm>
            <a:off x="685800" y="50657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9304" y="5029200"/>
            <a:ext cx="543153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पुढच्या कॅम्पेनची लिस्ट तयार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9304" y="5340096"/>
            <a:ext cx="543153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हीच फाइल Numbers टॅबमध्ये परत टाका - काम फत्ते.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59168" y="1847088"/>
            <a:ext cx="4626864" cy="2889504"/>
          </a:xfrm>
          <a:prstGeom prst="roundRect">
            <a:avLst>
              <a:gd name="adj" fmla="val 5063"/>
            </a:avLst>
          </a:prstGeom>
          <a:solidFill>
            <a:srgbClr val="E4EEFF"/>
          </a:solidFill>
        </p:spPr>
      </p:sp>
      <p:pic>
        <p:nvPicPr>
          <p:cNvPr id="21" name="Image 0" descr="C:\Users\sahil\AppData\Local\Temp\claude\c--Users-sahil-OneDrive-Desktop-Whatsapp-bulksms-sender-extention\b86a8a5f-e386-441d-af93-effabb2e1259\scratchpad\shots\13-xl-number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223760" y="2011680"/>
            <a:ext cx="4297680" cy="25603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223760" y="480060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whatsapp_numbers.xlsx - अशी फाइल डाउनलोड होते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223760" y="5349240"/>
            <a:ext cx="4297680" cy="868680"/>
          </a:xfrm>
          <a:prstGeom prst="roundRect">
            <a:avLst>
              <a:gd name="adj" fmla="val 12632"/>
            </a:avLst>
          </a:prstGeom>
          <a:solidFill>
            <a:srgbClr val="FFEFD6"/>
          </a:solidFill>
        </p:spPr>
      </p:sp>
      <p:sp>
        <p:nvSpPr>
          <p:cNvPr id="24" name="Text 21"/>
          <p:cNvSpPr txBox="1"/>
          <p:nvPr/>
        </p:nvSpPr>
        <p:spPr>
          <a:xfrm>
            <a:off x="7452360" y="534924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6205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ग्रुपला नंबर नसतो, म्हणून त्या ओळीत नंबर रिकामा राहतो.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52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सगळं एकत्र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9A6205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आणखी काय काय मिळतं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2918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effectLst>
            <a:outerShdw blurRad="127000" dist="25400" dir="5400000" algn="bl" rotWithShape="0">
              <a:srgbClr val="9A620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75688"/>
            <a:ext cx="310896" cy="310896"/>
          </a:xfrm>
          <a:prstGeom prst="ellipse">
            <a:avLst/>
          </a:prstGeom>
          <a:solidFill>
            <a:srgbClr val="25D366"/>
          </a:solidFill>
        </p:spPr>
      </p:sp>
      <p:sp>
        <p:nvSpPr>
          <p:cNvPr id="6" name="Text 4"/>
          <p:cNvSpPr txBox="1"/>
          <p:nvPr/>
        </p:nvSpPr>
        <p:spPr>
          <a:xfrm>
            <a:off x="960120" y="253288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Excel / CSV लिस्ट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9864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हजारो नंबर एका फाइलमधून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2918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effectLst>
            <a:outerShdw blurRad="127000" dist="25400" dir="5400000" algn="bl" rotWithShape="0">
              <a:srgbClr val="9A6205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2075688"/>
            <a:ext cx="310896" cy="310896"/>
          </a:xfrm>
          <a:prstGeom prst="ellipse">
            <a:avLst/>
          </a:prstGeom>
          <a:solidFill>
            <a:srgbClr val="128C7E"/>
          </a:solidFill>
        </p:spPr>
      </p:sp>
      <p:sp>
        <p:nvSpPr>
          <p:cNvPr id="10" name="Text 8"/>
          <p:cNvSpPr txBox="1"/>
          <p:nvPr/>
        </p:nvSpPr>
        <p:spPr>
          <a:xfrm>
            <a:off x="4709160" y="253288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Google Sheets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89864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लिंक टाका, लिस्ट आपोआप येते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1783080"/>
            <a:ext cx="32918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effectLst>
            <a:outerShdw blurRad="127000" dist="25400" dir="5400000" algn="bl" rotWithShape="0">
              <a:srgbClr val="9A6205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58200" y="2075688"/>
            <a:ext cx="310896" cy="310896"/>
          </a:xfrm>
          <a:prstGeom prst="ellipse">
            <a:avLst/>
          </a:prstGeom>
          <a:solidFill>
            <a:srgbClr val="0FB5AE"/>
          </a:solidFill>
        </p:spPr>
      </p:sp>
      <p:sp>
        <p:nvSpPr>
          <p:cNvPr id="14" name="Text 12"/>
          <p:cNvSpPr txBox="1"/>
          <p:nvPr/>
        </p:nvSpPr>
        <p:spPr>
          <a:xfrm>
            <a:off x="8458200" y="253288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ग्रुप मेसेज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89864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ग्रुपमध्ये नाहीतर मेंबरना वेगवेगळे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77056"/>
            <a:ext cx="32918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effectLst>
            <a:outerShdw blurRad="127000" dist="25400" dir="5400000" algn="bl" rotWithShape="0">
              <a:srgbClr val="9A6205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169664"/>
            <a:ext cx="310896" cy="310896"/>
          </a:xfrm>
          <a:prstGeom prst="ellipse">
            <a:avLst/>
          </a:prstGeom>
          <a:solidFill>
            <a:srgbClr val="F5A524"/>
          </a:solidFill>
        </p:spPr>
      </p:sp>
      <p:sp>
        <p:nvSpPr>
          <p:cNvPr id="18" name="Text 16"/>
          <p:cNvSpPr txBox="1"/>
          <p:nvPr/>
        </p:nvSpPr>
        <p:spPr>
          <a:xfrm>
            <a:off x="960120" y="462686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सेव्ह केलेल्या लिस्ट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99262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नेहमीचे कस्टमर एका क्लिकवर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3877056"/>
            <a:ext cx="32918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effectLst>
            <a:outerShdw blurRad="127000" dist="25400" dir="5400000" algn="bl" rotWithShape="0">
              <a:srgbClr val="9A6205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4169664"/>
            <a:ext cx="310896" cy="310896"/>
          </a:xfrm>
          <a:prstGeom prst="ellipse">
            <a:avLst/>
          </a:prstGeom>
          <a:solidFill>
            <a:srgbClr val="F5399B"/>
          </a:solidFill>
        </p:spPr>
      </p:sp>
      <p:sp>
        <p:nvSpPr>
          <p:cNvPr id="22" name="Text 20"/>
          <p:cNvSpPr txBox="1"/>
          <p:nvPr/>
        </p:nvSpPr>
        <p:spPr>
          <a:xfrm>
            <a:off x="4709160" y="462686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मेसेज टेम्पलेट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499262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एकदा लिहा, वारंवार वापरा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3880" y="3877056"/>
            <a:ext cx="32918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effectLst>
            <a:outerShdw blurRad="127000" dist="25400" dir="5400000" algn="bl" rotWithShape="0">
              <a:srgbClr val="9A6205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58200" y="4169664"/>
            <a:ext cx="310896" cy="310896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26" name="Text 24"/>
          <p:cNvSpPr txBox="1"/>
          <p:nvPr/>
        </p:nvSpPr>
        <p:spPr>
          <a:xfrm>
            <a:off x="8458200" y="462686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15 भाषांत भाषांतर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499262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मराठी, हिंदी, गुजराती आणि बरंच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52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फायदा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9A6205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हे का घ्यायचं?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291840" cy="2514600"/>
          </a:xfrm>
          <a:prstGeom prst="roundRect">
            <a:avLst>
              <a:gd name="adj" fmla="val 5818"/>
            </a:avLst>
          </a:prstGeom>
          <a:solidFill>
            <a:srgbClr val="DFF7E7"/>
          </a:solidFill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तासांचं</a:t>
            </a:r>
            <a:endParaRPr lang="en-US" sz="2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मिनिटांत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004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248 कस्टमरना पाठवायला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फक्त मेसेज लिहायचा वेळ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737360"/>
            <a:ext cx="3291840" cy="2514600"/>
          </a:xfrm>
          <a:prstGeom prst="roundRect">
            <a:avLst>
              <a:gd name="adj" fmla="val 5818"/>
            </a:avLst>
          </a:prstGeom>
          <a:solidFill>
            <a:srgbClr val="E4EEFF"/>
          </a:solidFill>
        </p:spPr>
      </p:sp>
      <p:sp>
        <p:nvSpPr>
          <p:cNvPr id="8" name="Text 6"/>
          <p:cNvSpPr txBox="1"/>
          <p:nvPr/>
        </p:nvSpPr>
        <p:spPr>
          <a:xfrm>
            <a:off x="4617720" y="201168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₹0</a:t>
            </a:r>
            <a:endParaRPr lang="en-US" sz="2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B4FA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प्रति मेसेज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2004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SMS सारखा प्रत्येक मेसेजचा खर्च नाही.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तुमचाच WhatsApp वापरतो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3880" y="1737360"/>
            <a:ext cx="3291840" cy="2514600"/>
          </a:xfrm>
          <a:prstGeom prst="roundRect">
            <a:avLst>
              <a:gd name="adj" fmla="val 5818"/>
            </a:avLst>
          </a:prstGeom>
          <a:solidFill>
            <a:srgbClr val="FFE4F1"/>
          </a:solidFill>
        </p:spPr>
      </p:sp>
      <p:sp>
        <p:nvSpPr>
          <p:cNvPr id="11" name="Text 9"/>
          <p:cNvSpPr txBox="1"/>
          <p:nvPr/>
        </p:nvSpPr>
        <p:spPr>
          <a:xfrm>
            <a:off x="8366760" y="201168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नावासह</a:t>
            </a:r>
            <a:endParaRPr lang="en-US" sz="2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B31468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मेसेज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32004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प्रत्येकाला त्याच्या नावाने.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उत्तरं जास्त येतात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4700016"/>
            <a:ext cx="402336" cy="402336"/>
          </a:xfrm>
          <a:prstGeom prst="ellipse">
            <a:avLst/>
          </a:prstGeom>
          <a:solidFill>
            <a:srgbClr val="F5A524"/>
          </a:solidFill>
        </p:spPr>
      </p:sp>
      <p:sp>
        <p:nvSpPr>
          <p:cNvPr id="14" name="Text 12"/>
          <p:cNvSpPr txBox="1"/>
          <p:nvPr/>
        </p:nvSpPr>
        <p:spPr>
          <a:xfrm>
            <a:off x="685800" y="47000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4663440"/>
            <a:ext cx="101864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एकदा शिकलं की कोणालाही जमतं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9304" y="4974336"/>
            <a:ext cx="101864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सहज जमेल - सगळं एकाच स्क्रीनवर.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660136"/>
            <a:ext cx="402336" cy="402336"/>
          </a:xfrm>
          <a:prstGeom prst="ellipse">
            <a:avLst/>
          </a:prstGeom>
          <a:solidFill>
            <a:srgbClr val="F5399B"/>
          </a:solidFill>
        </p:spPr>
      </p:sp>
      <p:sp>
        <p:nvSpPr>
          <p:cNvPr id="18" name="Text 16"/>
          <p:cNvSpPr txBox="1"/>
          <p:nvPr/>
        </p:nvSpPr>
        <p:spPr>
          <a:xfrm>
            <a:off x="685800" y="56601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◆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9304" y="5623560"/>
            <a:ext cx="1018641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सपोर्ट मराठीत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9304" y="5934456"/>
            <a:ext cx="1018641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अडलं तर WhatsApp वर थेट विचारा.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52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किंमत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9A6205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किती पैसे पडतात?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120640" cy="3383280"/>
          </a:xfrm>
          <a:prstGeom prst="roundRect">
            <a:avLst>
              <a:gd name="adj" fmla="val 4865"/>
            </a:avLst>
          </a:prstGeom>
          <a:solidFill>
            <a:srgbClr val="E2F4F1"/>
          </a:solidFill>
          <a:effectLst>
            <a:outerShdw blurRad="152400" dist="25400" dir="5400000" algn="bl" rotWithShape="0">
              <a:srgbClr val="075E54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193852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28C7E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एकदाच भरायचे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267712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₹1,999</a:t>
            </a:r>
            <a:r>
              <a:rPr lang="en-US" sz="14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   one-time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175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सुरुवातीला एकदाच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69848" y="3547872"/>
            <a:ext cx="155448" cy="155448"/>
          </a:xfrm>
          <a:prstGeom prst="ellipse">
            <a:avLst/>
          </a:prstGeom>
          <a:solidFill>
            <a:srgbClr val="128C7E"/>
          </a:solidFill>
        </p:spPr>
      </p:sp>
      <p:sp>
        <p:nvSpPr>
          <p:cNvPr id="9" name="Text 7"/>
          <p:cNvSpPr txBox="1"/>
          <p:nvPr/>
        </p:nvSpPr>
        <p:spPr>
          <a:xfrm>
            <a:off x="1362456" y="3465576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11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Extension आणि लायसन्स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69848" y="3968496"/>
            <a:ext cx="155448" cy="155448"/>
          </a:xfrm>
          <a:prstGeom prst="ellipse">
            <a:avLst/>
          </a:prstGeom>
          <a:solidFill>
            <a:srgbClr val="128C7E"/>
          </a:solidFill>
        </p:spPr>
      </p:sp>
      <p:sp>
        <p:nvSpPr>
          <p:cNvPr id="11" name="Text 9"/>
          <p:cNvSpPr txBox="1"/>
          <p:nvPr/>
        </p:nvSpPr>
        <p:spPr>
          <a:xfrm>
            <a:off x="1362456" y="388620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11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इन्स्टॉल करून देतो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69848" y="4389120"/>
            <a:ext cx="155448" cy="155448"/>
          </a:xfrm>
          <a:prstGeom prst="ellipse">
            <a:avLst/>
          </a:prstGeom>
          <a:solidFill>
            <a:srgbClr val="128C7E"/>
          </a:solidFill>
        </p:spPr>
      </p:sp>
      <p:sp>
        <p:nvSpPr>
          <p:cNvPr id="13" name="Text 11"/>
          <p:cNvSpPr txBox="1"/>
          <p:nvPr/>
        </p:nvSpPr>
        <p:spPr>
          <a:xfrm>
            <a:off x="1362456" y="4306824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11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पहिलं कॅम्पेन शिकवतो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1691640"/>
            <a:ext cx="5120640" cy="3383280"/>
          </a:xfrm>
          <a:prstGeom prst="roundRect">
            <a:avLst>
              <a:gd name="adj" fmla="val 4865"/>
            </a:avLst>
          </a:prstGeom>
          <a:solidFill>
            <a:srgbClr val="DFF7E7"/>
          </a:solidFill>
          <a:effectLst>
            <a:outerShdw blurRad="152400" dist="25400" dir="5400000" algn="bl" rotWithShape="0">
              <a:srgbClr val="075E54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20840" y="193852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2803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दरमहा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267712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₹99</a:t>
            </a:r>
            <a:r>
              <a:rPr lang="en-US" sz="14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   प्रति महिना</a:t>
            </a:r>
            <a:endParaRPr lang="en-US" sz="42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0175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सेवा चालू ठेवण्यासाठी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39128" y="3547872"/>
            <a:ext cx="155448" cy="155448"/>
          </a:xfrm>
          <a:prstGeom prst="ellipse">
            <a:avLst/>
          </a:prstGeom>
          <a:solidFill>
            <a:srgbClr val="12803F"/>
          </a:solidFill>
        </p:spPr>
      </p:sp>
      <p:sp>
        <p:nvSpPr>
          <p:cNvPr id="19" name="Text 17"/>
          <p:cNvSpPr txBox="1"/>
          <p:nvPr/>
        </p:nvSpPr>
        <p:spPr>
          <a:xfrm>
            <a:off x="7031736" y="3465576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11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सर्व्हर आणि लायसन्स चालू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39128" y="3968496"/>
            <a:ext cx="155448" cy="155448"/>
          </a:xfrm>
          <a:prstGeom prst="ellipse">
            <a:avLst/>
          </a:prstGeom>
          <a:solidFill>
            <a:srgbClr val="12803F"/>
          </a:solidFill>
        </p:spPr>
      </p:sp>
      <p:sp>
        <p:nvSpPr>
          <p:cNvPr id="21" name="Text 19"/>
          <p:cNvSpPr txBox="1"/>
          <p:nvPr/>
        </p:nvSpPr>
        <p:spPr>
          <a:xfrm>
            <a:off x="7031736" y="388620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11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नवीन फीचर्स फुकट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39128" y="4389120"/>
            <a:ext cx="155448" cy="155448"/>
          </a:xfrm>
          <a:prstGeom prst="ellipse">
            <a:avLst/>
          </a:prstGeom>
          <a:solidFill>
            <a:srgbClr val="12803F"/>
          </a:solidFill>
        </p:spPr>
      </p:sp>
      <p:sp>
        <p:nvSpPr>
          <p:cNvPr id="23" name="Text 21"/>
          <p:cNvSpPr txBox="1"/>
          <p:nvPr/>
        </p:nvSpPr>
        <p:spPr>
          <a:xfrm>
            <a:off x="7031736" y="4306824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11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WhatsApp वर सपोर्ट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440680"/>
            <a:ext cx="10789920" cy="731520"/>
          </a:xfrm>
          <a:prstGeom prst="roundRect">
            <a:avLst>
              <a:gd name="adj" fmla="val 17500"/>
            </a:avLst>
          </a:prstGeom>
          <a:solidFill>
            <a:srgbClr val="FFEFD6"/>
          </a:solidFill>
        </p:spPr>
      </p:sp>
      <p:sp>
        <p:nvSpPr>
          <p:cNvPr id="25" name="Text 23"/>
          <p:cNvSpPr txBox="1"/>
          <p:nvPr/>
        </p:nvSpPr>
        <p:spPr>
          <a:xfrm>
            <a:off x="960120" y="544068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A6205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₹1,999 भरले की लगेच वापरायला सुरुवात - इन्स्टॉल आणि शिकवणं त्यातच. पुढे दरमहा फक्त ₹99.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5E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3108960"/>
            <a:ext cx="5120640" cy="5120640"/>
          </a:xfrm>
          <a:prstGeom prst="ellipse">
            <a:avLst/>
          </a:prstGeom>
          <a:solidFill>
            <a:srgbClr val="128C7E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5D366">
              <a:alpha val="34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0" y="4389120"/>
            <a:ext cx="2743200" cy="2743200"/>
          </a:xfrm>
          <a:prstGeom prst="ellipse">
            <a:avLst/>
          </a:prstGeom>
          <a:solidFill>
            <a:srgbClr val="0FB5AE">
              <a:alpha val="22000"/>
            </a:srgbClr>
          </a:solidFill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आजच सुरू करा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B8E6DC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डेमो बघायचाय? की लगेच वापरायला सुरुवात करायची?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502920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</p:spPr>
      </p:sp>
      <p:sp>
        <p:nvSpPr>
          <p:cNvPr id="8" name="Text 6"/>
          <p:cNvSpPr txBox="1"/>
          <p:nvPr/>
        </p:nvSpPr>
        <p:spPr>
          <a:xfrm>
            <a:off x="1097280" y="374904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C6F6A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WhatsApp वर कॉन्टॅक्ट करा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11480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75E5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+91 70280 80364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22960" y="5166360"/>
            <a:ext cx="6583680" cy="640080"/>
          </a:xfrm>
          <a:prstGeom prst="roundRect">
            <a:avLst>
              <a:gd name="adj" fmla="val 20000"/>
            </a:avLst>
          </a:prstGeom>
          <a:solidFill>
            <a:srgbClr val="25D366"/>
          </a:solidFill>
        </p:spPr>
      </p:sp>
      <p:sp>
        <p:nvSpPr>
          <p:cNvPr id="11" name="Text 9"/>
          <p:cNvSpPr txBox="1"/>
          <p:nvPr/>
        </p:nvSpPr>
        <p:spPr>
          <a:xfrm>
            <a:off x="822960" y="516636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3B34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इन्स्टॉल आणि पहिलं कॅम्पेन आम्ही करून दाखवतो.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149840" y="5897880"/>
            <a:ext cx="1371600" cy="502920"/>
          </a:xfrm>
          <a:prstGeom prst="roundRect">
            <a:avLst>
              <a:gd name="adj" fmla="val 25455"/>
            </a:avLst>
          </a:prstGeom>
          <a:solidFill>
            <a:srgbClr val="FFFFFF">
              <a:alpha val="18000"/>
            </a:srgbClr>
          </a:solidFill>
        </p:spPr>
      </p:sp>
      <p:sp>
        <p:nvSpPr>
          <p:cNvPr id="13" name="Text 11"/>
          <p:cNvSpPr txBox="1"/>
          <p:nvPr/>
        </p:nvSpPr>
        <p:spPr>
          <a:xfrm>
            <a:off x="10149840" y="589788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SWAS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6497</Words>
  <Application>WPS Presentation</Application>
  <PresentationFormat>On-screen Show (16:9)</PresentationFormat>
  <Paragraphs>550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SimSun</vt:lpstr>
      <vt:lpstr>Wingdings</vt:lpstr>
      <vt:lpstr>Nirmala UI</vt:lpstr>
      <vt:lpstr>Nirmala UI</vt:lpstr>
      <vt:lpstr>Nirmala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Starshift WA Sender</dc:title>
  <dc:creator>Starshift</dc:creator>
  <dc:subject>PptxGenJS Presentation</dc:subject>
  <cp:lastModifiedBy>sahil</cp:lastModifiedBy>
  <cp:revision>2</cp:revision>
  <dcterms:created xsi:type="dcterms:W3CDTF">2026-09-28T17:35:00Z</dcterms:created>
  <dcterms:modified xsi:type="dcterms:W3CDTF">2026-09-28T17:42:56Z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DE89C514172F4D11B9FC8B01BDB7B722_12</vt:lpwstr>
  </property>
</Properties>
</file>