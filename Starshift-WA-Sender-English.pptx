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One line: a WhatsApp bulk sender that runs inside the seller's own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before the product. Every seller has felt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it uses the customer's own WhatsApp number - no per-message API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Installation is a one-time job you do for the customer at handover.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Orientation slide - the rest of the deck follows these six tabs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columns: Sr No, Name, Mobile Number, Country Code, Group Name plus any custom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placeholder feature is the strongest selling point - show the preview updating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Scheduling needs the PC awake with Chrome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no tool can guarantee WhatsApp never bans a number. Pacing greatly lowers the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are what separate this from free scripts - the customer can prove the campaign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Chatbot needs a WhatsApp Web tab open; it pauses while a campaign runs and ignores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replies are manual; the chatbot is automatic. Customers mix them up - make the difference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trust feature - it keeps the customer's number clean and their audience willing.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 whatsapp_chat_messages.xlsx - sr_no, chat, sent_on, date, time, direction, sender, message, image_file.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File: whatsapp_numbers.xlsx - sr_no, name, mobile_number,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these quickly - they answer 'does it also do X?'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value case before the price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 1,999 one-time (licence + install + training), then Rs 99 per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while taking questions. The number is the support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5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554480"/>
            <a:ext cx="5669280" cy="5669280"/>
          </a:xfrm>
          <a:prstGeom prst="ellipse">
            <a:avLst/>
          </a:prstGeom>
          <a:solidFill>
            <a:srgbClr val="128C7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25D366">
              <a:alpha val="3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937760"/>
            <a:ext cx="2377440" cy="2377440"/>
          </a:xfrm>
          <a:prstGeom prst="ellipse">
            <a:avLst/>
          </a:prstGeom>
          <a:solidFill>
            <a:srgbClr val="0FB5AE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1417320" cy="566928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258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100" kern="0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0312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Starshift WA Sender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B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hundreds of customers on WhatsApp at once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3931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0FB5A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4612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393192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F5A5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39319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number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and demo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sending by hand actually costs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36776"/>
            <a:ext cx="402336" cy="402336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600200"/>
            <a:ext cx="5797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one chat at a 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1911096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customers means 200 copy-pastes. Half a day gone.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52344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2715768"/>
            <a:ext cx="5797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put the name 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26664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the same message. Without a name, most people skip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67912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867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831336"/>
            <a:ext cx="5797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know how many landed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142232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got it, who did not, where it failed - no record at all.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983480"/>
            <a:ext cx="402336" cy="402336"/>
          </a:xfrm>
          <a:prstGeom prst="ellipse">
            <a:avLst/>
          </a:prstGeom>
          <a:solidFill>
            <a:srgbClr val="7C5C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983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4946904"/>
            <a:ext cx="5797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 of getting blocked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257800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messages off too fast and WhatsApp can shut the number down.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1600200"/>
            <a:ext cx="3931920" cy="4251960"/>
          </a:xfrm>
          <a:prstGeom prst="roundRect">
            <a:avLst>
              <a:gd name="adj" fmla="val 4186"/>
            </a:avLst>
          </a:prstGeom>
          <a:solidFill>
            <a:srgbClr val="075E5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909560" y="21031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</a:t>
            </a:r>
            <a:endParaRPr lang="en-US" sz="2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screen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89720" y="3383280"/>
            <a:ext cx="822960" cy="82296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89720" y="3383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7909560" y="44348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Starshift WA Sender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8F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for you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is this, exactly?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82496"/>
            <a:ext cx="402336" cy="40233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64592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Chrome extension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195681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go out through the WhatsApp already on your computer.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61488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2724912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number needed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035808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WhatsApp number. No per-message API bill.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803904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an Excel list as it 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11480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 file or Google Sheet with names and numbers works straight away.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919472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488289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language you like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193792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Marathi, Hindi, English - there is a translate button too.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96328" y="1435608"/>
            <a:ext cx="4352544" cy="4535424"/>
          </a:xfrm>
          <a:prstGeom prst="roundRect">
            <a:avLst>
              <a:gd name="adj" fmla="val 3361"/>
            </a:avLst>
          </a:prstGeom>
          <a:solidFill>
            <a:srgbClr val="E2F4F1"/>
          </a:solidFill>
          <a:ln/>
        </p:spPr>
      </p:sp>
      <p:pic>
        <p:nvPicPr>
          <p:cNvPr id="21" name="Image 0" descr="C:\Users\sahil\AppData\Local\Temp\claude\c--Users-sahil-OneDrive-Desktop-Whatsapp-bulksms-sender-extention\b86a8a5f-e386-441d-af93-effabb2e1259\scratchpad\shots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0920" y="1600200"/>
            <a:ext cx="4023360" cy="420624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60920" y="6080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- the number and password we give you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start - only three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19656"/>
            <a:ext cx="402336" cy="40233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78308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extension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209397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file we send you into Chrome. One-time job.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054096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301752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32841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mobile number and password we gave you.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288536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288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4251960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56285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Open Dashboard - everything else happens there.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532120"/>
            <a:ext cx="5669280" cy="685800"/>
          </a:xfrm>
          <a:prstGeom prst="roundRect">
            <a:avLst>
              <a:gd name="adj" fmla="val 16000"/>
            </a:avLst>
          </a:prstGeom>
          <a:solidFill>
            <a:srgbClr val="FFEF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532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6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to remember: keep a WhatsApp Web tab open while messages are going out.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76288" y="1938528"/>
            <a:ext cx="4718304" cy="3163824"/>
          </a:xfrm>
          <a:prstGeom prst="roundRect">
            <a:avLst>
              <a:gd name="adj" fmla="val 4624"/>
            </a:avLst>
          </a:prstGeom>
          <a:solidFill>
            <a:srgbClr val="E2F4F1"/>
          </a:solidFill>
          <a:ln/>
        </p:spPr>
      </p:sp>
      <p:pic>
        <p:nvPicPr>
          <p:cNvPr id="19" name="Image 0" descr="C:\Users\sahil\AppData\Local\Temp\claude\c--Users-sahil-OneDrive-Desktop-Whatsapp-bulksms-sender-extention\b86a8a5f-e386-441d-af93-effabb2e1259\scratchpad\shots\01b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2103120"/>
            <a:ext cx="4389120" cy="283464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040880" y="5212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once you are logged in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 on the dashboard - what sits 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75E5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03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5D3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060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Campaign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44368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build and send a message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75E54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103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28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2744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27448" y="26060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2944368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sent, how many failed, Excel report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83880" y="18288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75E54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76488" y="21031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76488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76488" y="26060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76488" y="2944368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chats and numbers out into Excel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8862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75E54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8408" y="4160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5399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840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46634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001768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Auto-reply when a keyword shows up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8862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75E54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4160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7C5C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2744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727448" y="46634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727448" y="5001768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stock answers, one click away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38862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75E54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76488" y="41605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5A52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7648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76488" y="4663440"/>
            <a:ext cx="2706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Unsubscribers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476488" y="5001768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asked to be left alone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this deck walks these six in order.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8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852160" cy="5852160"/>
          </a:xfrm>
          <a:prstGeom prst="ellipse">
            <a:avLst/>
          </a:prstGeom>
          <a:solidFill>
            <a:srgbClr val="25D366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campaign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Campaign and Reports - the daily 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7180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4846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Message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2064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20640" y="4846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File +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6948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69480" y="4846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0" y="4846320"/>
            <a:ext cx="192024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0" y="48463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Report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New Campaign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who gets the message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7004304" cy="4352544"/>
          </a:xfrm>
          <a:prstGeom prst="roundRect">
            <a:avLst>
              <a:gd name="adj" fmla="val 3361"/>
            </a:avLst>
          </a:prstGeom>
          <a:solidFill>
            <a:srgbClr val="DFF7E7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02-recipi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6675120" cy="4023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989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customers imported from Excel in one click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09560" y="1773936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0956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513064" y="173736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Group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513064" y="2048256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WhatsApp chats and groups show up right here. Hit Sync and the list loads.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909560" y="3008376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0956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513064" y="297180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513064" y="3282696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one number by hand, or import an Excel / Google Sheet list. No need to save numbers in your phone.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09560" y="4242816"/>
            <a:ext cx="402336" cy="40233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909560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513064" y="4206240"/>
            <a:ext cx="3099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Lists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513064" y="4517136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lists of your regulars - one click next time.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New Campaign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message - the name fills itself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76288" y="1481328"/>
            <a:ext cx="4809744" cy="4718304"/>
          </a:xfrm>
          <a:prstGeom prst="roundRect">
            <a:avLst>
              <a:gd name="adj" fmla="val 3101"/>
            </a:avLst>
          </a:prstGeom>
          <a:solidFill>
            <a:srgbClr val="DFF7E7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03-compo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645920"/>
            <a:ext cx="448056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0" y="6309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preview below shows exactly what lands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682496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64592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{{name}} and the name appears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195681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their own name. Your own columns like {{city}} work too.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761488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724912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Bold, italic, lists, emoji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035808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formatting as WhatsApp. The preview updates as you type.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3803904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as a template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114800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once, reuse it whenever.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85800" y="4919472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89304" y="488289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into 15 languages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9304" y="5193792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Marathi, Hindi, Gujarati, Tamil - one button.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New Campaign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file, pick the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33488" y="1481328"/>
            <a:ext cx="4352544" cy="4718304"/>
          </a:xfrm>
          <a:prstGeom prst="roundRect">
            <a:avLst>
              <a:gd name="adj" fmla="val 3361"/>
            </a:avLst>
          </a:prstGeom>
          <a:solidFill>
            <a:srgbClr val="DFF7E7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05-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1645920"/>
            <a:ext cx="402336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0" y="6309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October, 10:30 AM - repeating every week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682496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645920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photos, PDFs, a catalog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1956816"/>
            <a:ext cx="5705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video, PDF, Excel - with a caption if you want one.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761488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724912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now or schedule it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035808"/>
            <a:ext cx="5705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date and time; it goes out on its own as long as the PC is awake.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3840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3803904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weekly or monthly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114800"/>
            <a:ext cx="5705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once and it runs again by itself.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85800" y="4919472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58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289304" y="4882896"/>
            <a:ext cx="5705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campaign a name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289304" y="5193792"/>
            <a:ext cx="5705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"Diwali Offer Blast" - easy to find later in Reports.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4 - Safety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number out of trouble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59168" y="1664208"/>
            <a:ext cx="4626864" cy="3986784"/>
          </a:xfrm>
          <a:prstGeom prst="roundRect">
            <a:avLst>
              <a:gd name="adj" fmla="val 3670"/>
            </a:avLst>
          </a:prstGeom>
          <a:solidFill>
            <a:srgbClr val="DFF7E7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04-pa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1828800"/>
            <a:ext cx="429768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23760" y="5760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20-60 seconds between messages, a 3-minute break every 25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773936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737360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gap between messages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2048256"/>
            <a:ext cx="5340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or a range. A range looks more human, so it is the safer choice.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008376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971800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 batches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282696"/>
            <a:ext cx="5340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messages, then a 3-minute pause, then the next 25.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4242816"/>
            <a:ext cx="402336" cy="402336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4206240"/>
            <a:ext cx="5340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means skipped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517136"/>
            <a:ext cx="5340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carries an unsubscribe line. Anyone replying STOP drops off the list.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5 - Reports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straight away how many landed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7644384" cy="4626864"/>
          </a:xfrm>
          <a:prstGeom prst="roundRect">
            <a:avLst>
              <a:gd name="adj" fmla="val 3162"/>
            </a:avLst>
          </a:prstGeom>
          <a:solidFill>
            <a:srgbClr val="DFF7E7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06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731520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49640" y="1819656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54964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53144" y="178308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at a glance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53144" y="209397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Sent, failed, skipped - all across the top.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549640" y="3099816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4964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53144" y="306324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it, resume it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53144" y="337413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campaign can be paused or cancelled mid-way.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549640" y="4379976"/>
            <a:ext cx="402336" cy="40233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54964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153144" y="434340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Excel report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153144" y="4654296"/>
            <a:ext cx="2459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list of who got it, in a file.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31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852160" cy="5852160"/>
          </a:xfrm>
          <a:prstGeom prst="ellipse">
            <a:avLst/>
          </a:prstGeom>
          <a:solidFill>
            <a:srgbClr val="F5399B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replies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Chatbot, Quick Replies and Unsubscribers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0520" y="4846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9808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0" y="4846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Unsubscribers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3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arrives, the reply goes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76288" y="1481328"/>
            <a:ext cx="4809744" cy="4718304"/>
          </a:xfrm>
          <a:prstGeom prst="roundRect">
            <a:avLst>
              <a:gd name="adj" fmla="val 3101"/>
            </a:avLst>
          </a:prstGeom>
          <a:solidFill>
            <a:srgbClr val="FFE4F1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07-chatb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645920"/>
            <a:ext cx="448056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40880" y="6309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- price, timing, STOP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5800" y="1773936"/>
            <a:ext cx="402336" cy="402336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9304" y="173736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word, pick the reply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89304" y="204825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types "price" and your price list goes out. You choose "contains" or "is exactly".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3008376"/>
            <a:ext cx="402336" cy="402336"/>
          </a:xfrm>
          <a:prstGeom prst="ellipse">
            <a:avLst/>
          </a:prstGeom>
          <a:solidFill>
            <a:srgbClr val="7C5C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89304" y="297180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while you are away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289304" y="328269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late-night enquiry gets an answer immediately. Nobody is left waiting.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4242816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89304" y="420624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limits, on purpose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9304" y="4517136"/>
            <a:ext cx="5157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are left alone, chats matching no rule stay unread, and the bot pauses while a campaign runs.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3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Replies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stock answers, one click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6181344" cy="4535424"/>
          </a:xfrm>
          <a:prstGeom prst="roundRect">
            <a:avLst>
              <a:gd name="adj" fmla="val 3226"/>
            </a:avLst>
          </a:prstGeom>
          <a:solidFill>
            <a:srgbClr val="FFE4F1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10-qui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585216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6172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timing, address, delivery - write once, use forever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2320" y="1819656"/>
            <a:ext cx="402336" cy="402336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35824" y="178308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same as the chatbot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35824" y="2093976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sends by itself; a Quick Reply you pick and send yourself - you stay in control.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32320" y="3099816"/>
            <a:ext cx="402336" cy="402336"/>
          </a:xfrm>
          <a:prstGeom prst="ellipse">
            <a:avLst/>
          </a:prstGeom>
          <a:solidFill>
            <a:srgbClr val="7C5C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35824" y="306324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lives on WhatsApp Web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35824" y="3374136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chat, click the green button at the bottom right, pick an answer - it drops into the message box.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32320" y="4379976"/>
            <a:ext cx="402336" cy="40233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35824" y="434340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saves the typing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735824" y="4654296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typing the same answer twenty times a day.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3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opted out never hear from you again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27048"/>
            <a:ext cx="6181344" cy="4261104"/>
          </a:xfrm>
          <a:prstGeom prst="roundRect">
            <a:avLst>
              <a:gd name="adj" fmla="val 3433"/>
            </a:avLst>
          </a:prstGeom>
          <a:solidFill>
            <a:srgbClr val="FFE4F1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11-unsu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691640"/>
            <a:ext cx="585216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8978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replying STOP lands here on their own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132320" y="1819656"/>
            <a:ext cx="402336" cy="402336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35824" y="178308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fills itself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735824" y="2093976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replies with the keyword under your message (STOP) is added here.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32320" y="3099816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3232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35824" y="306324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add people by hand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35824" y="3374136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or a chat name - one per line.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32320" y="4379976"/>
            <a:ext cx="402336" cy="402336"/>
          </a:xfrm>
          <a:prstGeom prst="ellipse">
            <a:avLst/>
          </a:prstGeom>
          <a:solidFill>
            <a:srgbClr val="7C5CE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13232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35824" y="4343400"/>
            <a:ext cx="3877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 skips them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735824" y="4654296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campaign will message anyone on this list - you do not have to watch for it.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4F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852160" cy="5852160"/>
          </a:xfrm>
          <a:prstGeom prst="ellipse">
            <a:avLst/>
          </a:prstGeom>
          <a:solidFill>
            <a:srgbClr val="3B82F6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6576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868680" cy="8686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into Excel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- reads WhatsApp without sending anything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846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/ messages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60520" y="4846320"/>
            <a:ext cx="3108960" cy="658368"/>
          </a:xfrm>
          <a:prstGeom prst="roundRect">
            <a:avLst>
              <a:gd name="adj" fmla="val 19444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0520" y="4846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numbers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- part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and messages into Excel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6455664" cy="3529584"/>
          </a:xfrm>
          <a:prstGeom prst="roundRect">
            <a:avLst>
              <a:gd name="adj" fmla="val 4145"/>
            </a:avLst>
          </a:prstGeom>
          <a:solidFill>
            <a:srgbClr val="E4EEFF"/>
          </a:solidFill>
          <a:ln/>
        </p:spPr>
      </p:sp>
      <p:pic>
        <p:nvPicPr>
          <p:cNvPr id="5" name="Image 0" descr="C:\Users\sahil\AppData\Local\Temp\claude\c--Users-sahil-OneDrive-Desktop-Whatsapp-bulksms-sender-extention\b86a8a5f-e386-441d-af93-effabb2e1259\scratchpad\shots\08-extra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37360"/>
            <a:ext cx="6126480" cy="3200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513892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chats, pick the period, hit Extract chats</a:t>
            </a:r>
            <a:endParaRPr lang="en-US" sz="1150" dirty="0"/>
          </a:p>
        </p:txBody>
      </p:sp>
      <p:pic>
        <p:nvPicPr>
          <p:cNvPr id="7" name="Image 1" descr="C:\Users\sahil\AppData\Local\Temp\claude\c--Users-sahil-OneDrive-Desktop-Whatsapp-bulksms-sender-extention\b86a8a5f-e386-441d-af93-effabb2e1259\scratchpad\shots\12-xl-messag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5532120"/>
            <a:ext cx="6126480" cy="10058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0" y="1819656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31520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918704" y="178308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the period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918704" y="209397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3 days, 7 days, 30 days, everything, or your own dates.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315200" y="3099816"/>
            <a:ext cx="402336" cy="402336"/>
          </a:xfrm>
          <a:prstGeom prst="ellipse">
            <a:avLst/>
          </a:prstGeom>
          <a:solidFill>
            <a:srgbClr val="7C5CE0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0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918704" y="306324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conversation comes across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918704" y="337413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direction (in/out), who sent it, and the full text.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315200" y="4379976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0" y="4379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7918704" y="434340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too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918704" y="465429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"Also save images" and the pictures come out as separate files.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315200" y="5577840"/>
            <a:ext cx="4297680" cy="658368"/>
          </a:xfrm>
          <a:prstGeom prst="roundRect">
            <a:avLst>
              <a:gd name="adj" fmla="val 16667"/>
            </a:avLst>
          </a:prstGeom>
          <a:solidFill>
            <a:srgbClr val="E4EEFF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0" y="55778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 - it only reads.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- part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mobile numbers in Excel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73936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9304" y="1737360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and number together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9304" y="2048256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ticked chat's name, number, and whether it is a contact or a group - in one file.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871216"/>
            <a:ext cx="402336" cy="402336"/>
          </a:xfrm>
          <a:prstGeom prst="ellipse">
            <a:avLst/>
          </a:prstGeom>
          <a:solidFill>
            <a:srgbClr val="7C5C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871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89304" y="2834640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hidden numbers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9304" y="3145536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hides some chats' numbers - those chats get opened so the number can be read.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968496"/>
            <a:ext cx="402336" cy="40233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968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9304" y="3931920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242816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Group tab hit "Members to Excel" - everyone in that group lands in a file.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065776"/>
            <a:ext cx="402336" cy="40233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5065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9304" y="5029200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campaign list, ready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340096"/>
            <a:ext cx="5431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same file back into the Numbers tab and the loop closes.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59168" y="1847088"/>
            <a:ext cx="4626864" cy="2889504"/>
          </a:xfrm>
          <a:prstGeom prst="roundRect">
            <a:avLst>
              <a:gd name="adj" fmla="val 5063"/>
            </a:avLst>
          </a:prstGeom>
          <a:solidFill>
            <a:srgbClr val="E4EEFF"/>
          </a:solidFill>
          <a:ln/>
        </p:spPr>
      </p:sp>
      <p:pic>
        <p:nvPicPr>
          <p:cNvPr id="21" name="Image 0" descr="C:\Users\sahil\AppData\Local\Temp\claude\c--Users-sahil-OneDrive-Desktop-Whatsapp-bulksms-sender-extention\b86a8a5f-e386-441d-af93-effabb2e1259\scratchpad\shots\13-xl-numb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2011680"/>
            <a:ext cx="4297680" cy="2560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223760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whatsapp_numbers.xlsx - the file you get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23760" y="5349240"/>
            <a:ext cx="4297680" cy="868680"/>
          </a:xfrm>
          <a:prstGeom prst="roundRect">
            <a:avLst>
              <a:gd name="adj" fmla="val 12632"/>
            </a:avLst>
          </a:prstGeom>
          <a:solidFill>
            <a:srgbClr val="FFEFD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52360" y="53492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has no phone number, so that row's number stays blank.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A6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you 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9A620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75688"/>
            <a:ext cx="310896" cy="310896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532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 import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numbers from one 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9A620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075688"/>
            <a:ext cx="310896" cy="310896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532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link, the list loads itself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9A620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58200" y="2075688"/>
            <a:ext cx="310896" cy="310896"/>
          </a:xfrm>
          <a:prstGeom prst="ellipse">
            <a:avLst/>
          </a:prstGeom>
          <a:solidFill>
            <a:srgbClr val="0FB5A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2532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messaging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898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group, or to members one by 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77056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9A620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169664"/>
            <a:ext cx="310896" cy="31089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0120" y="4626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lists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992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regulars, one click away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3877056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9A6205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4169664"/>
            <a:ext cx="310896" cy="310896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09160" y="4626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templates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992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again and again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3877056"/>
            <a:ext cx="329184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9A6205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58200" y="4169664"/>
            <a:ext cx="310896" cy="31089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58200" y="4626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languages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49926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Marathi, Hindi, Gujarati and more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A6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buy it?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3291840" cy="2514600"/>
          </a:xfrm>
          <a:prstGeom prst="roundRect">
            <a:avLst>
              <a:gd name="adj" fmla="val 5818"/>
            </a:avLst>
          </a:prstGeom>
          <a:solidFill>
            <a:srgbClr val="DFF7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down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minutes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248 customers takes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long as writing the message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291840" cy="2514600"/>
          </a:xfrm>
          <a:prstGeom prst="roundRect">
            <a:avLst>
              <a:gd name="adj" fmla="val 5818"/>
            </a:avLst>
          </a:prstGeom>
          <a:solidFill>
            <a:srgbClr val="E4EE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0116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message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per-message cost like SMS.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your own WhatsApp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83880" y="1737360"/>
            <a:ext cx="3291840" cy="2514600"/>
          </a:xfrm>
          <a:prstGeom prst="roundRect">
            <a:avLst>
              <a:gd name="adj" fmla="val 5818"/>
            </a:avLst>
          </a:prstGeom>
          <a:solidFill>
            <a:srgbClr val="FFE4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66760" y="201168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2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B31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name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gets their own name.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of them reply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4700016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700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9304" y="4663440"/>
            <a:ext cx="1018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 once and anyone can run 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89304" y="4974336"/>
            <a:ext cx="10186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shop assistant can handle it - it is all on one screen.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660136"/>
            <a:ext cx="402336" cy="402336"/>
          </a:xfrm>
          <a:prstGeom prst="ellipse">
            <a:avLst/>
          </a:prstGeom>
          <a:solidFill>
            <a:srgbClr val="F5399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5660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9304" y="5623560"/>
            <a:ext cx="10186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you can actually reach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89304" y="5934456"/>
            <a:ext cx="10186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Ask us straight on WhatsApp.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9A6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120640" cy="3383280"/>
          </a:xfrm>
          <a:prstGeom prst="roundRect">
            <a:avLst>
              <a:gd name="adj" fmla="val 4865"/>
            </a:avLst>
          </a:prstGeom>
          <a:solidFill>
            <a:srgbClr val="E2F4F1"/>
          </a:solidFill>
          <a:ln/>
          <a:effectLst>
            <a:outerShdw sx="100000" sy="100000" kx="0" ky="0" algn="bl" rotWithShape="0" blurRad="152400" dist="25400" dir="5400000">
              <a:srgbClr val="075E54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₹1,999</a:t>
            </a:r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one-time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017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once, at the start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69848" y="3547872"/>
            <a:ext cx="155448" cy="155448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62456" y="34655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and licence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69848" y="3968496"/>
            <a:ext cx="155448" cy="155448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62456" y="3886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install it for you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69848" y="4389120"/>
            <a:ext cx="155448" cy="155448"/>
          </a:xfrm>
          <a:prstGeom prst="ellipse">
            <a:avLst/>
          </a:prstGeom>
          <a:solidFill>
            <a:srgbClr val="128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62456" y="430682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your first campaign with you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5120640" cy="3383280"/>
          </a:xfrm>
          <a:prstGeom prst="roundRect">
            <a:avLst>
              <a:gd name="adj" fmla="val 4865"/>
            </a:avLst>
          </a:prstGeom>
          <a:solidFill>
            <a:srgbClr val="DFF7E7"/>
          </a:solidFill>
          <a:ln/>
          <a:effectLst>
            <a:outerShdw sx="100000" sy="100000" kx="0" ky="0" algn="bl" rotWithShape="0" blurRad="152400" dist="25400" dir="5400000">
              <a:srgbClr val="075E54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20840" y="1938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8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2677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</a:t>
            </a:r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per month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017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service running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39128" y="3547872"/>
            <a:ext cx="155448" cy="155448"/>
          </a:xfrm>
          <a:prstGeom prst="ellipse">
            <a:avLst/>
          </a:prstGeom>
          <a:solidFill>
            <a:srgbClr val="1280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31736" y="346557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and licence stay live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39128" y="3968496"/>
            <a:ext cx="155448" cy="155448"/>
          </a:xfrm>
          <a:prstGeom prst="ellipse">
            <a:avLst/>
          </a:prstGeom>
          <a:solidFill>
            <a:srgbClr val="1280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31736" y="388620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at no cost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39128" y="4389120"/>
            <a:ext cx="155448" cy="155448"/>
          </a:xfrm>
          <a:prstGeom prst="ellipse">
            <a:avLst/>
          </a:prstGeom>
          <a:solidFill>
            <a:srgbClr val="12803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31736" y="430682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on WhatsApp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440680"/>
            <a:ext cx="10789920" cy="731520"/>
          </a:xfrm>
          <a:prstGeom prst="roundRect">
            <a:avLst>
              <a:gd name="adj" fmla="val 17500"/>
            </a:avLst>
          </a:prstGeom>
          <a:solidFill>
            <a:srgbClr val="FFEFD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0120" y="544068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2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₹1,999 and you are running the same day - install and training included. After that it is ₹99 a month.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5E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108960"/>
            <a:ext cx="5120640" cy="5120640"/>
          </a:xfrm>
          <a:prstGeom prst="ellipse">
            <a:avLst/>
          </a:prstGeom>
          <a:solidFill>
            <a:srgbClr val="128C7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5D366">
              <a:alpha val="3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4389120"/>
            <a:ext cx="2743200" cy="2743200"/>
          </a:xfrm>
          <a:prstGeom prst="ellipse">
            <a:avLst/>
          </a:prstGeom>
          <a:solidFill>
            <a:srgbClr val="0FB5AE">
              <a:alpha val="2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today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a demo? Or shall we set you up right now?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029200" cy="13716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749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us on WhatsApp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114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+91 70280 80364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6583680" cy="640080"/>
          </a:xfrm>
          <a:prstGeom prst="roundRect">
            <a:avLst>
              <a:gd name="adj" fmla="val 20000"/>
            </a:avLst>
          </a:prstGeom>
          <a:solidFill>
            <a:srgbClr val="25D3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51663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install it and run the first campaign with you.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149840" y="5897880"/>
            <a:ext cx="1371600" cy="502920"/>
          </a:xfrm>
          <a:prstGeom prst="roundRect">
            <a:avLst>
              <a:gd name="adj" fmla="val 25455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149840" y="5897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Starshift WA Sender</dc:title>
  <dc:subject>PptxGenJS Presentation</dc:subject>
  <dc:creator>Starshift</dc:creator>
  <cp:lastModifiedBy>Starshift</cp:lastModifiedBy>
  <cp:revision>1</cp:revision>
  <dcterms:created xsi:type="dcterms:W3CDTF">2026-09-28T17:35:58Z</dcterms:created>
  <dcterms:modified xsi:type="dcterms:W3CDTF">2026-09-28T17:35:58Z</dcterms:modified>
</cp:coreProperties>
</file>